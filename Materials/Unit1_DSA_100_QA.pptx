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</p:sldIdLst>
  <p:notesMasterIdLst>
    <p:notesMasterId r:id="rId10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notesMaster" Target="notesMasters/notesMaster1.xml"/><Relationship Id="rId108" Type="http://schemas.openxmlformats.org/officeDocument/2006/relationships/presProps" Target="presProps.xml"/><Relationship Id="rId109" Type="http://schemas.openxmlformats.org/officeDocument/2006/relationships/viewProps" Target="viewProps.xml"/><Relationship Id="rId110" Type="http://schemas.openxmlformats.org/officeDocument/2006/relationships/theme" Target="theme/theme1.xml"/><Relationship Id="rId1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371600"/>
            <a:ext cx="128016" cy="4023360"/>
          </a:xfrm>
          <a:prstGeom prst="roundRect">
            <a:avLst>
              <a:gd name="adj" fmla="val 50000"/>
            </a:avLst>
          </a:prstGeom>
          <a:solidFill>
            <a:srgbClr val="2557C7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1554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2057400"/>
            <a:ext cx="9875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Data Structures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188720" y="32461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• Structures • Unions • Pointers • Dynamic Memory • Complexity Analysis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4480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Most Important Questions &amp; Answers  •  C++  •  Semester Exam Preparation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88720" y="5212080"/>
            <a:ext cx="3246120" cy="1234440"/>
          </a:xfrm>
          <a:prstGeom prst="roundRect">
            <a:avLst>
              <a:gd name="adj" fmla="val 7407"/>
            </a:avLst>
          </a:prstGeom>
          <a:solidFill>
            <a:srgbClr val="27324E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534924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560320" y="5376672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Code-Based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5212080"/>
            <a:ext cx="3246120" cy="1234440"/>
          </a:xfrm>
          <a:prstGeom prst="roundRect">
            <a:avLst>
              <a:gd name="adj" fmla="val 7407"/>
            </a:avLst>
          </a:prstGeom>
          <a:solidFill>
            <a:srgbClr val="27324E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534924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035040" y="5376672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&amp; Long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Questions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5212080"/>
            <a:ext cx="3246120" cy="1234440"/>
          </a:xfrm>
          <a:prstGeom prst="roundRect">
            <a:avLst>
              <a:gd name="adj" fmla="val 7407"/>
            </a:avLst>
          </a:prstGeom>
          <a:solidFill>
            <a:srgbClr val="27324E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534924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509760" y="5376672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MCQs with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oundRect">
            <a:avLst/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78892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Code-Based Questions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794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short C++ programs covering arrays, structures, pointers &amp; dynamic memory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4572000"/>
            <a:ext cx="23774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2557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7731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1/25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to declare and traverse a 1D array.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2249424"/>
          </a:xfrm>
          <a:prstGeom prst="roundRect">
            <a:avLst>
              <a:gd name="adj" fmla="val 3252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arr[5] = {10,20,30,40,50};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for(int i=0;i&lt;5;i++)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arr[i] &lt;&lt; " ";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3602736"/>
            <a:ext cx="11247120" cy="2752344"/>
          </a:xfrm>
          <a:prstGeom prst="roundRect">
            <a:avLst>
              <a:gd name="adj" fmla="val 2658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712464"/>
            <a:ext cx="10789920" cy="2596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Traversing means visiting every element of the array exactly once, usually using a loop with an index from 0 to n-1.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2/25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to find the sum of all elements of an array.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2249424"/>
          </a:xfrm>
          <a:prstGeom prst="roundRect">
            <a:avLst>
              <a:gd name="adj" fmla="val 3252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arr[5]={2,4,6,8,10}, sum=0;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for(int i=0;i&lt;5;i++) sum += arr[i];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"Sum = " &lt;&lt; sum;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3602736"/>
            <a:ext cx="11247120" cy="2752344"/>
          </a:xfrm>
          <a:prstGeom prst="roundRect">
            <a:avLst>
              <a:gd name="adj" fmla="val 2658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712464"/>
            <a:ext cx="10789920" cy="2596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 is O(n) since each element is visited once.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3/25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to find the maximum element in an array.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2715768"/>
          </a:xfrm>
          <a:prstGeom prst="roundRect">
            <a:avLst>
              <a:gd name="adj" fmla="val 2694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2496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arr[6]={12,45,3,67,23,9};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mx = arr[0];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for(int i=1;i&lt;6;i++)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if(arr[i]&gt;mx) mx=arr[i];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"Max = " &lt;&lt; mx;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4069080"/>
            <a:ext cx="11247120" cy="2286000"/>
          </a:xfrm>
          <a:prstGeom prst="roundRect">
            <a:avLst>
              <a:gd name="adj" fmla="val 3200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178808"/>
            <a:ext cx="10789920" cy="2130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assume the first element is the maximum, then compare with the rest — O(n).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4/25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to find the minimum element in an array.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2715768"/>
          </a:xfrm>
          <a:prstGeom prst="roundRect">
            <a:avLst>
              <a:gd name="adj" fmla="val 2694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2496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arr[6]={12,45,3,67,23,9};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mn = arr[0];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for(int i=1;i&lt;6;i++)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if(arr[i]&lt;mn) mn=arr[i];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"Min = " &lt;&lt; mn;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4069080"/>
            <a:ext cx="11247120" cy="2286000"/>
          </a:xfrm>
          <a:prstGeom prst="roundRect">
            <a:avLst>
              <a:gd name="adj" fmla="val 3200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178808"/>
            <a:ext cx="10789920" cy="2130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logic as finding maximum but with the comparison reversed.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5/25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to reverse an array in place.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3182112"/>
          </a:xfrm>
          <a:prstGeom prst="roundRect">
            <a:avLst>
              <a:gd name="adj" fmla="val 2299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2962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arr[5]={1,2,3,4,5};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i=0, j=4;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while(i&lt;j){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swap(arr[i], arr[j]);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i++; j--;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for(int k=0;k&lt;5;k++) cout&lt;&lt;arr[k]&lt;&lt;" ";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4535424"/>
            <a:ext cx="11247120" cy="1819656"/>
          </a:xfrm>
          <a:prstGeom prst="roundRect">
            <a:avLst>
              <a:gd name="adj" fmla="val 4020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645152"/>
            <a:ext cx="1078992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pointers move from both ends towards the centre, swapping as they go — O(n) time, O(1) extra space.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6/25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to insert an element at a given position in an array.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2948940"/>
          </a:xfrm>
          <a:prstGeom prst="roundRect">
            <a:avLst>
              <a:gd name="adj" fmla="val 2481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27294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arr[10]={10,20,30,40}, n=4;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pos=2, val=99;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for(int i=n;i&gt;pos;i--)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arr[i]=arr[i-1];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arr[pos]=val; n++;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for(int i=0;i&lt;n;i++) cout&lt;&lt;arr[i]&lt;&lt;" ";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4302252"/>
            <a:ext cx="11247120" cy="2052828"/>
          </a:xfrm>
          <a:prstGeom prst="roundRect">
            <a:avLst>
              <a:gd name="adj" fmla="val 3563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411980"/>
            <a:ext cx="10789920" cy="1897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after the insertion point are shifted one place right to make room — worst case O(n).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7/25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to delete an element from a given position in an array.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2715768"/>
          </a:xfrm>
          <a:prstGeom prst="roundRect">
            <a:avLst>
              <a:gd name="adj" fmla="val 2694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2496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arr[10]={10,20,30,40,50}, n=5, pos=2;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for(int i=pos;i&lt;n-1;i++)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arr[i]=arr[i+1];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n--;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for(int i=0;i&lt;n;i++) cout&lt;&lt;arr[i]&lt;&lt;" ";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4069080"/>
            <a:ext cx="11247120" cy="2286000"/>
          </a:xfrm>
          <a:prstGeom prst="roundRect">
            <a:avLst>
              <a:gd name="adj" fmla="val 3200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178808"/>
            <a:ext cx="10789920" cy="2130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after the deleted position are shifted one place left to fill the gap — O(n) in the worst case.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8/25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to search for an element using Linear Search.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2948940"/>
          </a:xfrm>
          <a:prstGeom prst="roundRect">
            <a:avLst>
              <a:gd name="adj" fmla="val 2481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27294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arr[5]={4,8,15,16,23}, key=16;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pos=-1;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for(int i=0;i&lt;5;i++)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if(arr[i]==key){ pos=i; break; 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if(pos!=-1) cout&lt;&lt;"Found at index "&lt;&lt;pos;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cout&lt;&lt;"Not found";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4302252"/>
            <a:ext cx="11247120" cy="2052828"/>
          </a:xfrm>
          <a:prstGeom prst="roundRect">
            <a:avLst>
              <a:gd name="adj" fmla="val 3563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411980"/>
            <a:ext cx="10789920" cy="1897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element is compared with the key one by one until found — O(n) worst case.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9/25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using a structure to store and display a student's record.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3182112"/>
          </a:xfrm>
          <a:prstGeom prst="roundRect">
            <a:avLst>
              <a:gd name="adj" fmla="val 2299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2962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Student{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roll;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 name[20];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marks;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 s1 = {1, "Rajnandini", 89.5};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s1.roll &lt;&lt; " " &lt;&lt; s1.name &lt;&lt; " " &lt;&lt; s1.marks;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4535424"/>
            <a:ext cx="11247120" cy="1819656"/>
          </a:xfrm>
          <a:prstGeom prst="roundRect">
            <a:avLst>
              <a:gd name="adj" fmla="val 4020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645152"/>
            <a:ext cx="1078992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 groups related but different data types under a single name, accessed using the dot (.) operator.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10/25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demonstrating a self-referential structure (linked list node).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3415284"/>
          </a:xfrm>
          <a:prstGeom prst="roundRect">
            <a:avLst>
              <a:gd name="adj" fmla="val 2142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31958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Node{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data;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Node* next;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 n1, n2;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n1.data = 10; n1.next = &amp;n2;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n2.data = 20; n2.next = NULL;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n1.data &lt;&lt; " -&gt; " &lt;&lt; n1.next-&gt;data;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4768596"/>
            <a:ext cx="11247120" cy="1586484"/>
          </a:xfrm>
          <a:prstGeom prst="roundRect">
            <a:avLst>
              <a:gd name="adj" fmla="val 4611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878324"/>
            <a:ext cx="10789920" cy="1431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self-referential structure contains a pointer to its own type, which is the building block of linked lists.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11/25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demonstrating shared memory in a union.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4114800"/>
          </a:xfrm>
          <a:prstGeom prst="roundRect">
            <a:avLst>
              <a:gd name="adj" fmla="val 1778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3895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union Data{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i;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f;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 c;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d;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d.i = 65;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"As int: " &lt;&lt; d.i &lt;&lt; endl;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d.c = 'A';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"As char: " &lt;&lt; d.c &lt;&lt; endl;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"Size of union: " &lt;&lt; sizeof(d);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5468112"/>
            <a:ext cx="11247120" cy="886968"/>
          </a:xfrm>
          <a:prstGeom prst="roundRect">
            <a:avLst>
              <a:gd name="adj" fmla="val 8247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55778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members of a union share the same memory location, so only one member holds a valid value at a time.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12/25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to swap two numbers using pointers.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2948940"/>
          </a:xfrm>
          <a:prstGeom prst="roundRect">
            <a:avLst>
              <a:gd name="adj" fmla="val 2481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27294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swapNum(int *a, int *b){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t = *a; *a = *b; *b = 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x=5, y=10;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swapNum(&amp;x, &amp;y);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"x=" &lt;&lt; x &lt;&lt; " y=" &lt;&lt; y;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4302252"/>
            <a:ext cx="11247120" cy="2052828"/>
          </a:xfrm>
          <a:prstGeom prst="roundRect">
            <a:avLst>
              <a:gd name="adj" fmla="val 3563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411980"/>
            <a:ext cx="10789920" cy="1897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addresses (call by reference using pointers) lets the function modify the original variables.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13/25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to traverse an array using pointer arithmetic.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2482596"/>
          </a:xfrm>
          <a:prstGeom prst="roundRect">
            <a:avLst>
              <a:gd name="adj" fmla="val 2947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22631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arr[5]={1,2,3,4,5};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*p = arr;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for(int i=0;i&lt;5;i++)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*(p+i) &lt;&lt; " ";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3835908"/>
            <a:ext cx="11247120" cy="2519172"/>
          </a:xfrm>
          <a:prstGeom prst="roundRect">
            <a:avLst>
              <a:gd name="adj" fmla="val 2904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945636"/>
            <a:ext cx="10789920" cy="23637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array name decays to a pointer to its first element, so *(p+i) is equivalent to arr[i].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14/25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to dynamically allocate a 1D array using new and delete.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2715768"/>
          </a:xfrm>
          <a:prstGeom prst="roundRect">
            <a:avLst>
              <a:gd name="adj" fmla="val 2694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2496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n; cin &gt;&gt; n;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*arr = new int[n];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for(int i=0;i&lt;n;i++) arr[i]=i+1;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for(int i=0;i&lt;n;i++) cout&lt;&lt;arr[i]&lt;&lt;" ";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delete[] arr;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4069080"/>
            <a:ext cx="11247120" cy="2286000"/>
          </a:xfrm>
          <a:prstGeom prst="roundRect">
            <a:avLst>
              <a:gd name="adj" fmla="val 3200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178808"/>
            <a:ext cx="10789920" cy="2130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new[] allocates memory on the heap at run time; delete[] frees it to avoid a memory leak.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15/25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to dynamically allocate a 1D array using malloc() and free().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2948940"/>
          </a:xfrm>
          <a:prstGeom prst="roundRect">
            <a:avLst>
              <a:gd name="adj" fmla="val 2481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27294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&lt;cstdlib&gt;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n=5;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*arr = (int*)malloc(n*sizeof(int));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for(int i=0;i&lt;n;i++) arr[i]=i*i;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for(int i=0;i&lt;n;i++) cout&lt;&lt;arr[i]&lt;&lt;" ";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free(arr);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4302252"/>
            <a:ext cx="11247120" cy="2052828"/>
          </a:xfrm>
          <a:prstGeom prst="roundRect">
            <a:avLst>
              <a:gd name="adj" fmla="val 3563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411980"/>
            <a:ext cx="10789920" cy="1897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malloc() allocates raw uninitialised memory and returns a void*, which must be type-cast.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16/25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to allocate memory using calloc().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2715768"/>
          </a:xfrm>
          <a:prstGeom prst="roundRect">
            <a:avLst>
              <a:gd name="adj" fmla="val 2694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2496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&lt;cstdlib&gt;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n=5;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*arr = (int*)calloc(n, sizeof(int));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for(int i=0;i&lt;n;i++) cout&lt;&lt;arr[i]&lt;&lt;" ";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free(arr);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4069080"/>
            <a:ext cx="11247120" cy="2286000"/>
          </a:xfrm>
          <a:prstGeom prst="roundRect">
            <a:avLst>
              <a:gd name="adj" fmla="val 3200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178808"/>
            <a:ext cx="10789920" cy="2130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calloc(n, size) allocates memory for n elements and initialises all bytes to zero, unlike malloc().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17/25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to resize a dynamic array using realloc().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3182112"/>
          </a:xfrm>
          <a:prstGeom prst="roundRect">
            <a:avLst>
              <a:gd name="adj" fmla="val 2299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2962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&lt;cstdlib&gt;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*arr = (int*)malloc(3*sizeof(int));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arr[0]=1; arr[1]=2; arr[2]=3;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arr = (int*)realloc(arr, 5*sizeof(int));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arr[3]=4; arr[4]=5;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for(int i=0;i&lt;5;i++) cout&lt;&lt;arr[i]&lt;&lt;" ";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free(arr);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4535424"/>
            <a:ext cx="11247120" cy="1819656"/>
          </a:xfrm>
          <a:prstGeom prst="roundRect">
            <a:avLst>
              <a:gd name="adj" fmla="val 4020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645152"/>
            <a:ext cx="1078992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realloc() resizes a previously allocated block, preserving existing data where possible.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18/25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to display the size of different data types using sizeof.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2482596"/>
          </a:xfrm>
          <a:prstGeom prst="roundRect">
            <a:avLst>
              <a:gd name="adj" fmla="val 2947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22631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"int: " &lt;&lt; sizeof(int) &lt;&lt; endl;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"float: " &lt;&lt; sizeof(float) &lt;&lt; endl;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"char: " &lt;&lt; sizeof(char) &lt;&lt; endl;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"double: " &lt;&lt; sizeof(double);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3835908"/>
            <a:ext cx="11247120" cy="2519172"/>
          </a:xfrm>
          <a:prstGeom prst="roundRect">
            <a:avLst>
              <a:gd name="adj" fmla="val 2904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945636"/>
            <a:ext cx="10789920" cy="23637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sizeof is a compile-time operator that returns the number of bytes occupied by a type or variable.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19/25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to traverse a 2D array using pointers.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2482596"/>
          </a:xfrm>
          <a:prstGeom prst="roundRect">
            <a:avLst>
              <a:gd name="adj" fmla="val 2947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22631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arr[2][3]={{1,2,3},{4,5,6}};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for(int i=0;i&lt;2;i++)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for(int j=0;j&lt;3;j++)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cout &lt;&lt; *(*(arr+i)+j) &lt;&lt; " ";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3835908"/>
            <a:ext cx="11247120" cy="2519172"/>
          </a:xfrm>
          <a:prstGeom prst="roundRect">
            <a:avLst>
              <a:gd name="adj" fmla="val 2904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945636"/>
            <a:ext cx="10789920" cy="23637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arr+i points to row i; *(arr+i)+j points to column j of that row — this is how 2D indexing works internally.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20/25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to pass an array to a function and modify it.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2948940"/>
          </a:xfrm>
          <a:prstGeom prst="roundRect">
            <a:avLst>
              <a:gd name="adj" fmla="val 2481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27294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doubleArr(int a[], int n){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for(int i=0;i&lt;n;i++) a[i]*=2;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arr[4]={1,2,3,4};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doubleArr(arr, 4);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for(int i=0;i&lt;4;i++) cout&lt;&lt;arr[i]&lt;&lt;" ";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4302252"/>
            <a:ext cx="11247120" cy="2052828"/>
          </a:xfrm>
          <a:prstGeom prst="roundRect">
            <a:avLst>
              <a:gd name="adj" fmla="val 3563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411980"/>
            <a:ext cx="10789920" cy="1897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are always passed by reference (via a pointer) in C++, so changes made inside the function persist.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21/25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to find factorial of a number using an iterative loop.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2249424"/>
          </a:xfrm>
          <a:prstGeom prst="roundRect">
            <a:avLst>
              <a:gd name="adj" fmla="val 3252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n=5, fact=1;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for(int i=1;i&lt;=n;i++) fact*=i;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"Factorial = " &lt;&lt; fact;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3602736"/>
            <a:ext cx="11247120" cy="2752344"/>
          </a:xfrm>
          <a:prstGeom prst="roundRect">
            <a:avLst>
              <a:gd name="adj" fmla="val 2658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712464"/>
            <a:ext cx="10789920" cy="2596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runs n times, so this algorithm has time complexity O(n) and space complexity O(1).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22/25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using a structure pointer and the arrow (-&gt;) operator.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2482596"/>
          </a:xfrm>
          <a:prstGeom prst="roundRect">
            <a:avLst>
              <a:gd name="adj" fmla="val 2947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22631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Point{ int x, y; };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Point p1 = {3, 4};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Point *ptr = &amp;p1;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ptr-&gt;x &lt;&lt; " " &lt;&lt; ptr-&gt;y;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3835908"/>
            <a:ext cx="11247120" cy="2519172"/>
          </a:xfrm>
          <a:prstGeom prst="roundRect">
            <a:avLst>
              <a:gd name="adj" fmla="val 2904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945636"/>
            <a:ext cx="10789920" cy="23637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accessing structure members through a pointer, the -&gt; operator is used instead of the dot operator.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23/25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to create a dynamic array of structures.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3182112"/>
          </a:xfrm>
          <a:prstGeom prst="roundRect">
            <a:avLst>
              <a:gd name="adj" fmla="val 2299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2962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Student{ int roll; float marks; };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n=2;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 *s = new Student[n];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s[0]={1,78.5}; s[1]={2,90.0};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for(int i=0;i&lt;n;i++)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s[i].roll &lt;&lt; " " &lt;&lt; s[i].marks &lt;&lt; endl;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delete[] s;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4535424"/>
            <a:ext cx="11247120" cy="1819656"/>
          </a:xfrm>
          <a:prstGeom prst="roundRect">
            <a:avLst>
              <a:gd name="adj" fmla="val 4020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645152"/>
            <a:ext cx="1078992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element of the dynamic array is a full Student structure, accessed with s[i].member.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24/25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demonstrating a nested structure (Address inside Student).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3648456"/>
          </a:xfrm>
          <a:prstGeom prst="roundRect">
            <a:avLst>
              <a:gd name="adj" fmla="val 2005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Address{ char city[20]; };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Student{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roll;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Address addr;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 s1;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s1.roll = 1;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strcpy(s1.addr.city, "Vadodara");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s1.roll &lt;&lt; " " &lt;&lt; s1.addr.city;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5001768"/>
            <a:ext cx="11247120" cy="1353312"/>
          </a:xfrm>
          <a:prstGeom prst="roundRect">
            <a:avLst>
              <a:gd name="adj" fmla="val 5405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5111496"/>
            <a:ext cx="10789920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 can contain another structure as a member — its fields are accessed with chained dot operators.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25/25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comparing a single loop (O(n)) with nested loops (O(n^2)) using operation counts.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2948940"/>
          </a:xfrm>
          <a:prstGeom prst="roundRect">
            <a:avLst>
              <a:gd name="adj" fmla="val 2481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27294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n=5, count1=0, count2=0;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for(int i=0;i&lt;n;i++) count1++;            // runs n times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for(int i=0;i&lt;n;i++)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for(int j=0;j&lt;n;j++) count2++;        // runs n*n times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"Linear ops: " &lt;&lt; count1 &lt;&lt; endl;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"Nested ops: " &lt;&lt; count2;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4302252"/>
            <a:ext cx="11247120" cy="2052828"/>
          </a:xfrm>
          <a:prstGeom prst="roundRect">
            <a:avLst>
              <a:gd name="adj" fmla="val 3563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411980"/>
            <a:ext cx="10789920" cy="1897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loop performs n operations (O(n)); the nested loop performs n*n operations (O(n^2)) — nested loops scale much faster as n grows.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oundRect">
            <a:avLst/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78892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&amp; Long Answer Questions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794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concept questions with definitions and examples — ideal for theory exams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4572000"/>
            <a:ext cx="23774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0E7A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7731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1/50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Data Structure? Give its definition.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structure is a way of organising, storing, and managing data in a computer so it can be used efficiently.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defines the relationship between data elements and the operations that can be performed on them (insertion, deletion, searching, etc.).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array stores marks of students so they can be accessed by an index.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2/50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data structures into Primitive and Non-Primitive types with examples.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Primitive Data Structures: basic data types directly operated on by machine instructions — int, float, char, double, pointer.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Non-Primitive Data Structures: derived from primitive types and represent a collection of data — arrays, lists, stacks, queues, trees, graphs.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'int marks' is primitive, while 'int marks[50]' (array) is non-primitive.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3/50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between Linear and Non-Linear data structures.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Linear: elements are arranged in a sequential order, and each element has a unique predecessor and successor (except first/last). E.g. array, stack, queue, linked list.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Non-Linear: elements are arranged in a hierarchical or interconnected manner, not sequentially. E.g. tree, graph.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array of 5 elements is linear; an organisation chart is non-linear (tree).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4/50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and explain the basic operations performed on data structures.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Traversing – visiting each element exactly once.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– adding a new element.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 – removing an existing element.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– finding the location of a given element.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– arranging elements in a particular order.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– combining elements of two data structures into one.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for roll number 25 in a student array uses the Searching operation.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5/50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array? Explain with an example.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array is a collection of similar (homogeneous) data elements stored in contiguous memory locations, accessed using a common name and an index.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marks[5] = {90, 85, 76, 88, 95}; marks[0] gives 90.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6/50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advantages and disadvantages of arrays.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Advantages: constant time O(1) access using index, simple to use, memory efficient (no extra pointer overhead), good cache locality.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Disadvantages: fixed size (in static arrays), insertion/deletion is costly (O(n) due to shifting), wastage of memory if not fully used.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inserting an element at the start of an array of 1000 elements requires shifting all 1000 elements.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7/50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memory representation of a 1D array with its address formula.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1D array is stored in contiguous memory locations.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of element A[i] = Base Address + i * size_of_element.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base address = 1000 and each int takes 4 bytes, address of A[3] = 1000 + 3*4 = 1012.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8/50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memory representation of a 2D array (Row-Major and Column-Major order).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Row-Major Order: elements are stored row by row. Address of A[i][j] = Base + (i*cols + j) * size.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Column-Major Order: elements are stored column by column. Address of A[i][j] = Base + (j*rows + i) * size.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3x3 array with base 1000, size 4, row-major address of A[1][2] = 1000+(1*3+2)*4 = 1020.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9/50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structure in C++? Explain with syntax and example.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 is a user-defined data type that groups related variables of different data types under one name.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 struct Name { type member1; type member2; };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 Student{ int roll; char name[20]; float marks; }; groups a student's roll number, name and marks together.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10/50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between an Array and a Structure.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Array: collection of similar (homogeneous) data type elements; accessed using index.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collection of dissimilar (heterogeneous) data type elements; accessed using member (dot) operator.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arr[5] holds only integers, while struct Student holds int, char array and float together.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11/50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self-referential structure? Explain with an example.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self-referential structure is a structure that contains a pointer member pointing to another instance of the same structure type.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fundamental building block used to implement linked lists, stacks, queues, and trees.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 Node{ int data; Node *next; }; here 'next' points to another Node.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12/50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applications of self-referential structures.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implement dynamic linear data structures like singly, doubly and circular linked lists.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implement stacks and queues using linked lists.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implement non-linear structures like trees and graphs.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 of a linked list-based stack is a self-referential structure.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13/50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union in C++? Explain with syntax and example.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union is a user-defined data type in which all members share the same memory location; only one member can hold a valid value at a time.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 union Name { type member1; type member2; };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Data{ int i; float f; }; here sizeof(Data) equals the size of its largest member.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14/50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between Structure and Union.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each member gets separate memory; total size = sum of all member sizes (plus padding).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Union: all members share the same memory; total size = size of the largest member.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allows accessing all members simultaneously; union allows only one valid member at a time.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 with int+float = 8 bytes, while equivalent union = 4 bytes (size of the larger member, float).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15/50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pointer? Explain its declaration syntax.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pointer is a variable that stores the memory address of another variable.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 datatype *ptr_name; Example: int *p; p = &amp;x;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x is at address 1000, then p (int*) stores the value 1000, and *p gives the value of x.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16/50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rules of pointer arithmetic with an example.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Adding/subtracting an integer n to a pointer moves it by n * size_of_type bytes, not n bytes.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pointers of the same type can be subtracted to get the number of elements between them.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comparison (&lt;, &gt;, ==) is valid only within the same array.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 points to an int array at address 2000, p+1 points to address 2004 (since int = 4 bytes).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17/50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between a Pointer and a Reference in C++.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Pointer: can be reassigned to point to another variable; can be NULL; needs dereferencing (*) to access value.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must be initialised at declaration, cannot be reassigned, and acts as an alias — no explicit dereferencing needed.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*p=&amp;x; can later do p=&amp;y; but int &amp;r=x; is permanently bound to x.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18/50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Dynamic Memory Allocation? Why is it needed?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Memory Allocation is the process of allocating memory at run time (from the heap) instead of compile time.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needed when the amount of memory required is not known in advance, or must be adjusted while the program is running.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*arr = new int[n]; where n is entered by the user during execution.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19/50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between malloc() and calloc().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malloc(size): allocates a single block of the given size; memory is uninitialised (contains garbage values); takes one argument.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calloc(n, size): allocates memory for n blocks of the given size and initialises all bytes to zero; takes two arguments.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malloc(5*sizeof(int)) vs calloc(5, sizeof(int)) — the calloc version starts with all zeros.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20/50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use of the realloc() function with an example.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realloc(ptr, newsize) changes the size of a previously allocated memory block, preserving its existing contents as much as possible.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block cannot be resized in place, it is moved and a new pointer is returned.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= realloc(arr, 10*sizeof(int)); grows a 5-element array to hold 10 elements.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21/50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new/delete (C++) with malloc()/free() (C).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returns a typed pointer directly (no cast needed) and also calls the constructor; malloc() returns void* and needs an explicit cast.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calls the destructor before freeing memory; free() simply releases the memory block.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new/delete are operators (can be overloaded); malloc/free are library functions.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*p = new int(5); vs int *p = (int*)malloc(sizeof(int)); *p=5;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22/50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advantages of Dynamic Memory Allocation over Static Allocation?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is allocated based on actual run-time requirement, avoiding wastage.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like arrays and structures can grow or shrink during program execution.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use of memory since it is released when no longer needed.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dynamic array can be sized exactly to the number of records entered by the user.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23/50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dynamically allocated array? Give an example.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an array whose size is decided and memory allocated at run time using new[] or malloc(), rather than being fixed at compile time.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n; cin&gt;&gt;n; int *arr = new int[n]; creates an array of exactly n elements.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24/50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Algorithm? State the characteristics of a good algorithm.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algorithm is a finite, well-defined sequence of steps to solve a particular problem.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Characteristics: Input (zero or more inputs), Output (at least one output), Definiteness (unambiguous steps), Finiteness (must terminate), Effectiveness (each step must be basic and feasible).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algorithm to find the maximum of three numbers takes 3 inputs and gives 1 output in a finite number of steps.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25/50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Time Complexity? Explain with an example.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 measures the amount of time an algorithm takes to run as a function of the size of its input (n).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usually expressed using Big-O notation, focusing on growth rate rather than exact time.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loop over n elements has time complexity O(n); a nested loop has O(n^2).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26/50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Space Complexity? Explain with an example.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complexity measures the total amount of memory an algorithm needs, including input, auxiliary variables, and function call stack, as a function of input size 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in-place array reversal uses O(1) extra space, while creating a copy of the array uses O(n) extra space.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27/50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Best Case, Average Case, and Worst Case complexity with an example.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Case: minimum time taken (most favourable input). Average Case: expected time over all possible inputs. Worst Case: maximum time taken (least favourable input).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(Linear Search): best case O(1) — key at first position; worst case O(n) — key at last position or absent; average case O(n).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28/50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Big-O, Big-Omega and Big-Theta notations.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Big-O (O): describes the upper bound — worst-case growth rate.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Big-Omega (Ω): describes the lower bound — best-case growth rate.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Big-Theta (Θ): describes a tight bound — when upper and lower bounds match (average behaviour).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linear search, worst case is O(n), best case is Ω(1).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29/50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Asymptotic Notation with an example.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Asymptotic notation describes the running time or space of an algorithm in relation to input size n, as n approaches infinity, ignoring machine-dependent constants.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algorithm with steps 3n^2 + 5n + 2 is written as O(n^2) since the n^2 term dominates for large 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30/50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time complexity of accessing an element in an array? Justify.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Accessing an array element by index is O(1) — constant time.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because the address is calculated directly using Base Address + i*size, without needing to traverse other elements.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arr[7] is computed instantly regardless of the array size.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31/50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the time complexity of Linear Search.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worst case, the key is at the last position or not present, so all n elements are compared → O(n).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best case, the key is found at the first position → O(1).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for 100 in an array of 1000 unsorted elements may need up to 1000 comparisons.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32/50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time complexity contributed by nested loops with an example.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one loop of size n is nested inside another loop of size n, the total number of operations is n*n, giving O(n^2).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for(i=0;i&lt;n;i++) for(j=0;j&lt;n;j++) sum++; executes the inner statement n^2 times.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33/50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time complexity of insertion in an array.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at the end (with space available): O(1).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at the beginning or middle: O(n), because all subsequent elements must be shifted right by one position.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inserting at index 0 in an array of 100 elements requires shifting 100 elements.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34/50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time complexity of deletion in an array.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 from the end: O(1).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 from the beginning or middle: O(n), because all subsequent elements must be shifted left by one position to fill the gap.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the first element of a 50-element array requires shifting 49 elements left.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35/50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Garbage Collection? Why is it important?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collection is the automatic process of reclaiming memory occupied by objects/data that are no longer referenced or needed by the program.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prevents memory leaks and ensures efficient memory usage; in C++, the programmer must free dynamic memory manually using delete/free.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to call delete[] on a dynamically allocated array causes a memory leak.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36/50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NULL pointer? State its uses.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NULL pointer is a pointer that does not point to any valid memory location; it is initialised as ptr = NULL (or nullptr in C++11+).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Uses: to check whether a pointer is valid before dereferencing it, and to mark the end of a linked structure.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linked list, the 'next' pointer of the last node is set to NULL.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37/50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Pointer to Pointer with an example.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pointer to a pointer is a variable that stores the address of another pointer variable, declared using two asterisks.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 int **pp; pp = &amp;p; where p is itself a pointer.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x=5, *p=&amp;x, **pp=&amp;p; here **pp gives the value of x, i.e., 5.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38/50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Array of Pointers? Give an example.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array of pointers is an array whose elements are themselves pointers, each capable of pointing to a different memory location.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*arr[3]; where arr[0], arr[1], arr[2] can each point to a different integer variable.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39/50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Jagged Array? Explain with an example.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jagged array is an array of arrays where each row (sub-array) can have a different length, unlike a regular 2D array.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*jagged[3]; jagged[0]=new int[2]; jagged[1]=new int[4]; jagged[2]=new int[1];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40/50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Function Pointer? Explain briefly.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pointer is a pointer that stores the address of a function, allowing the function to be called indirectly through the pointer.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 returnType (*ptrName)(paramTypes);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(*fp)(int) = display; fp(5); calls display(5) through the pointer.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41/50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Dangling Pointer? How does it occur?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dangling pointer points to a memory location that has already been freed or deleted, but the pointer itself has not been reset.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occurs when memory is deallocated (delete/free) but the pointer is used again afterwards.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*p=new int(5); delete p; cout&lt;&lt;*p; — this uses a dangling pointer (undefined behaviour).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42/50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Memory Leak? How can it be avoided?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memory leak occurs when dynamically allocated memory is never freed, so it remains reserved even though it is no longer needed.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be avoided by ensuring every new/malloc has a matching delete/free before the pointer goes out of scope.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repeatedly calling new int[100] inside a loop without delete[] will exhaust available memory.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43/50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between Stack Memory and Heap Memory.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used for static/automatic allocation (local variables, function calls); fast access; managed automatically; limited size.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Heap: used for dynamic allocation (new/malloc); larger, flexible size; must be managed manually by the programmer; slightly slower access.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'int x;' is on the stack, while 'int *p = new int;' allocates on the heap.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44/50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between Compile-Time and Run-Time memory allocation.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Compile-Time (Static) Allocation: memory size is fixed and allocated when the program is compiled, e.g. int arr[10].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Run-Time (Dynamic) Allocation: memory is allocated while the program executes, using new/malloc, e.g. int *arr = new int[n].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'int arr[100];' is compile-time; 'int *arr=new int[n];' is run-time.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45/50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between a struct and a class in C++.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struct: members are public by default; traditionally used to group plain data.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class: members are private by default; typically used for full object-oriented design with access control.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 from the default access specifier, both support member functions, constructors, and inheritance identically in C++.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 Point{int x,y;}; behaves almost like a class with public: int x,y;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46/50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Bit Fields in a structure? Explain briefly.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fields allow specifying the exact number of bits a structure member should occupy, useful for saving memory in flag-like data.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 struct{ unsigned int flag:1; };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 Status{ unsigned isActive:1; unsigned isAdmin:1; }; packs two flags into a single bit each instead of full ints.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47/50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typedef? How is it used with structures?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typedef creates an alias (alternative name) for an existing data type, making declarations shorter and more readable.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structures, it avoids repeating the 'struct' keyword every time a variable is declared.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typedef struct{ int x,y; } Point; then 'Point p1;' can be used instead of 'struct Point p1;'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48/50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Nested Structures with an example.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nested structure is a structure that contains another structure as one of its members, allowing hierarchical grouping of data.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 Address{char city[20];}; struct Student{int roll; Address addr;}; here s1.addr.city accesses the nested member.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49/50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an Array of Structures with an example.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array of structures is an array where each element is a full structure, useful for storing multiple records of the same type.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 Student s[50]; can store records of 50 students, accessed as s[i].roll, s[i].marks, etc.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50/50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 structure containing a pointer member (self-referential structure).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structure member is a pointer to the same structure type, it allows one structure instance to be linked to another, forming a chain.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 Node{int data; Node *next;}; node1.next = &amp;node2; links node1 to node2, forming the basis of a linked list.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oundRect">
            <a:avLst/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78892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Choice Questions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794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MCQs with correct answers and short explanations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4572000"/>
            <a:ext cx="23774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6C3F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7731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</a:t>
            </a:r>
            <a:endParaRPr lang="en-US" sz="15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1/25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following is a Non-Primitive data structure?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C.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are derived (non-primitive) structures built from primitive types.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2/25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data structure allows elements to be accessed sequentially with each having a unique predecessor and successor?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data structure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data structure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C.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data structures like arrays, stacks and queues maintain a sequential order.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3/25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of visiting each element of a data structure exactly once is called: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Traversing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B.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Traversing means accessing every element exactly once.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4/25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time complexity of accessing an element in an array using its index?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O(n^2)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C.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address calculation makes array access constant time, O(1).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5/25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row-major order, the address of A[i][j] is calculated as: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+ (j*rows+i)*size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+ (i*cols+j)*size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+ i*size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+ j*size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B.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Row-major order stores row by row: Base + (i*cols + j) * size.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6/25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keyword is used to define a structure in C++?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typedef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B.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'struct' keyword is used to define a structure.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7/25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structure, each member is allocated: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memory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memory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pointer memory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B.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unions, structure members each get their own separate memory.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8/25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self-referential structure primarily used to implement?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Arrays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Variables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B.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 with a pointer to its own type is the basis of a linked list node.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9/25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union, the total memory allocated equals: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all member sizes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of the smallest member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of the largest member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C.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union members share memory, so its size equals its largest member's size.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10/25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operator is used to access structure members through a pointer?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::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B.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arrow (-&gt;) operator accesses members via a structure pointer.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11/25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following declares a pointer to an integer?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p;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*p;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&amp;p;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ptr int p;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B.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*p; declares p as a pointer to an integer.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12/25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int *p; and int is 4 bytes, what does p+1 refer to?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byte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p's address + 1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integer location (4 bytes ahead)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Undefined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C.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arithmetic advances by size_of_type, so p+1 moves 4 bytes ahead for int.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13/25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operator returns the memory address of a variable?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B.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&amp; (address-of) operator returns a variable's memory address.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14/25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function allocates memory and initialises it to zero?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malloc()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calloc()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realloc()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free()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B.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calloc() initialises allocated memory to zero, unlike malloc().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15/25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operator is used in C++ (not C) to allocate memory dynamically and also calls the constructor?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malloc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calloc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C.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'new' is the C++ operator for dynamic allocation and also invokes constructors.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16/25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function is used to release memory allocated by malloc()?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delete[]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free()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release()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C.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free() releases memory allocated using malloc(), calloc(), or realloc().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17/25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realloc() function do?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Frees memory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Allocates zero-initialised memory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Resizes a previously allocated block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an array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C.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realloc() changes the size of an existing dynamically allocated block.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18/25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return type of malloc()?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int*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void*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char*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struct*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B.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malloc() returns a void* which must be explicitly cast to the required type.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19/25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pointer that points to a memory location that has already been freed is called a: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pointer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pointer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Dangling pointer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 pointer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C.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dangling pointer refers to freed/deallocated memory.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20/25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 of inserting an element at the beginning of an array of n elements is: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O(n^2)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C.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 existing elements must shift right by one position, giving O(n).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21/25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Worst-case time complexity of Linear Search on n elements is: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O(n^2)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C.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worst case every element must be checked, giving O(n).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22/25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notation represents the upper bound (worst case) of an algorithm's running time?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Big-Omega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Big-Theta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Big-O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Small-o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C.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Big-O gives the upper bound / worst-case growth rate.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23/25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algorithm with time complexity 5n^2 + 3n + 2 is best described as: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O(n^2)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B.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large n, the n^2 term dominates, so overall complexity is O(n^2).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24/25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these is NOT a required characteristic of a good algorithm?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Finiteness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Definiteness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steps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Effectiveness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C.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algorithm must terminate in a finite number of steps — infinite steps disqualify it.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25/25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used by an in-place array reversal algorithm (no extra array) is classified as: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space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space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 space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O(n^2) space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B.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Swapping elements within the same array uses only a constant amount of extra memory, O(1).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1</a:t>
            </a:r>
            <a:endParaRPr lang="en-US" sz="10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1E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8720" y="26517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Unit 1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88720" y="34290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Code Questions  •  50 Short/Long Q&amp;A  •  25 MCQs  —  100 Total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88720" y="4114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Unit 2 — Stacks, Recursion &amp; Queues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105</Slides>
  <Notes>105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105</vt:i4>
      </vt:variant>
    </vt:vector>
  </HeadingPairs>
  <TitlesOfParts>
    <vt:vector size="10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2026-08-13T03:30:08Z</dcterms:created>
  <dcterms:modified xsi:type="dcterms:W3CDTF">2026-08-13T03:30:08Z</dcterms:modified>
</cp:coreProperties>
</file>