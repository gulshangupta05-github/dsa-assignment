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notesMasterIdLst>
    <p:notesMasterId r:id="rId10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28016" cy="4023360"/>
          </a:xfrm>
          <a:prstGeom prst="roundRect">
            <a:avLst>
              <a:gd name="adj" fmla="val 50000"/>
            </a:avLst>
          </a:prstGeom>
          <a:solidFill>
            <a:srgbClr val="2557C7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20574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8872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• Doubly • Circular Linked Lists • Stack &amp; Queue using Linked 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Most Important Questions &amp; Answers  •  C++  •  Semester Exam Preparation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&amp; Long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50976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short C++ programs with output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557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create a Singly Linked List and traverse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081528"/>
          </a:xfrm>
          <a:prstGeom prst="roundRect">
            <a:avLst>
              <a:gd name="adj" fmla="val 237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*head = new Node{10,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head-&gt;next = new Node{20,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head-&gt;next-&gt;next = new Node{30,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*temp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while(temp != nullptr){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temp-&gt;data &lt;&lt; " -&gt;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 = temp-&gt;next;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"NULL";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3484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starts from head and follows 'next' pointers until NULL is reached, visiting each node once — O(n).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 node at the beginning of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040380"/>
          </a:xfrm>
          <a:prstGeom prst="roundRect">
            <a:avLst>
              <a:gd name="adj" fmla="val 2406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820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insertFront(Node* head, int val){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newNode = new Node{val, head};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newNode;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Node{20, nullptr};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insertFront(head, 10);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t=head; t; t=t-&gt;next) cout&lt;&lt;t-&gt;data&lt;&lt;" 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93692"/>
            <a:ext cx="11247120" cy="1961388"/>
          </a:xfrm>
          <a:prstGeom prst="roundRect">
            <a:avLst>
              <a:gd name="adj" fmla="val 373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393692"/>
            <a:ext cx="10789920" cy="1961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node's next pointer is set to the old head, and it becomes the new head — O(1)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 node at the end of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443630"/>
          </a:xfrm>
          <a:prstGeom prst="roundRect">
            <a:avLst>
              <a:gd name="adj" fmla="val 212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224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insertEnd(Node* head, 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newNode = new Node{val,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if(!head) return newNode;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while(t-&gt;next) t = 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t-&gt;next = newNode;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insertEnd(head, 20);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t=head; t; t=t-&gt;next) cout&lt;&lt;t-&gt;data&lt;&lt;"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96942"/>
            <a:ext cx="11247120" cy="1558138"/>
          </a:xfrm>
          <a:prstGeom prst="roundRect">
            <a:avLst>
              <a:gd name="adj" fmla="val 4695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796942"/>
            <a:ext cx="10789920" cy="1558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traverse to the last node (whose next is NULL) and attach the new node there — O(n)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 node at a given position in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443630"/>
          </a:xfrm>
          <a:prstGeom prst="roundRect">
            <a:avLst>
              <a:gd name="adj" fmla="val 212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224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insertAt(Node* head, int pos, 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if(pos==0) return new Node{val, head};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i=0;i&lt;pos-1 &amp;&amp; t;i++) t=t-&gt;next;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newNode = new Node{val, t-&gt;next};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t-&gt;next = newNode;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new Node{30, nullptr}};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insertAt(head, 1, 20);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t=head; t; t=t-&gt;next) cout&lt;&lt;t-&gt;data&lt;&lt;"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96942"/>
            <a:ext cx="11247120" cy="1558138"/>
          </a:xfrm>
          <a:prstGeom prst="roundRect">
            <a:avLst>
              <a:gd name="adj" fmla="val 4695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796942"/>
            <a:ext cx="10789920" cy="1558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 to the node just before the target position and relink pointers to splice in the new node.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delete the first node of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262579"/>
          </a:xfrm>
          <a:prstGeom prst="roundRect">
            <a:avLst>
              <a:gd name="adj" fmla="val 224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0431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deleteFront(Node* head){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if(!head) return nullptr;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temp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head-&gt;next;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temp;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new Node{20, nullptr}};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deleteFront(head);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head-&gt;data;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615891"/>
            <a:ext cx="11247120" cy="1739189"/>
          </a:xfrm>
          <a:prstGeom prst="roundRect">
            <a:avLst>
              <a:gd name="adj" fmla="val 420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615891"/>
            <a:ext cx="10789920" cy="1739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is moved to the second node, and the original first node is freed using delete — O(1)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delete the last node of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443630"/>
          </a:xfrm>
          <a:prstGeom prst="roundRect">
            <a:avLst>
              <a:gd name="adj" fmla="val 212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224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deleteEnd(Node* head){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if(!head || !head-&gt;next){ delete head; return nullptr;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while(t-&gt;next-&gt;next) t=t-&gt;next;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t-&gt;next = nullptr;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new Node{20, nullptr}};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deleteEnd(head);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head-&gt;data;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96942"/>
            <a:ext cx="11247120" cy="1558138"/>
          </a:xfrm>
          <a:prstGeom prst="roundRect">
            <a:avLst>
              <a:gd name="adj" fmla="val 4695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796942"/>
            <a:ext cx="10789920" cy="1558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the second-last node, delete the last node, and set the second-last node's next to NULL — O(n)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delete a node at a given position in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624682"/>
          </a:xfrm>
          <a:prstGeom prst="roundRect">
            <a:avLst>
              <a:gd name="adj" fmla="val 2018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405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deleteAt(Node* head, int pos){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if(pos==0){ Node* t=head; head=head-&gt;next; delete t; return head;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i=0;i&lt;pos-1;i++) t=t-&gt;next;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toDelete = 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t-&gt;next = toDelete-&gt;next;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toDelete;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new Node{20, new Node{30, nullptr}}};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deleteAt(head, 1);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t=head; t; t=t-&gt;next) cout&lt;&lt;t-&gt;data&lt;&lt;"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977994"/>
            <a:ext cx="11247120" cy="1377086"/>
          </a:xfrm>
          <a:prstGeom prst="roundRect">
            <a:avLst>
              <a:gd name="adj" fmla="val 5312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77994"/>
            <a:ext cx="10789920" cy="1377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just before the target is relinked to skip over the deleted node, which is then freed.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search for an element in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081528"/>
          </a:xfrm>
          <a:prstGeom prst="roundRect">
            <a:avLst>
              <a:gd name="adj" fmla="val 237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search(Node* head, int key){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while(head){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if(head-&gt;data==key) return true;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 = head-&gt;next;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new Node{20, new Node{30, nullptr}}};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(search(head, 20) ? "Found" : "Not Found");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3484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compared with the key one by one until found or the list ends — O(n) worst case.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count the number of nodes in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040380"/>
          </a:xfrm>
          <a:prstGeom prst="roundRect">
            <a:avLst>
              <a:gd name="adj" fmla="val 2406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820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countNodes(Node* head){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count=0;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while(head){ count++; head=head-&gt;next;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new Node{20, new Node{30, nullptr}}};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"Count = " &lt;&lt; countNodes(head);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93692"/>
            <a:ext cx="11247120" cy="1961388"/>
          </a:xfrm>
          <a:prstGeom prst="roundRect">
            <a:avLst>
              <a:gd name="adj" fmla="val 373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393692"/>
            <a:ext cx="10789920" cy="1961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is incremented while traversing the list until NULL is reached — O(n)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reverse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805733"/>
          </a:xfrm>
          <a:prstGeom prst="roundRect">
            <a:avLst>
              <a:gd name="adj" fmla="val 192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5862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reverse(Node* head){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*prev=nullptr, *curr=head, *nxt;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while(curr){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nxt = curr-&gt;next;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curr-&gt;next = prev;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 = curr;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 = nxt;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prev;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new Node{20, new Node{30, nullptr}}};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reverse(head);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t=head; t; t=t-&gt;next) cout&lt;&lt;t-&gt;data&lt;&lt;"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159045"/>
            <a:ext cx="11247120" cy="1196035"/>
          </a:xfrm>
          <a:prstGeom prst="roundRect">
            <a:avLst>
              <a:gd name="adj" fmla="val 611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159045"/>
            <a:ext cx="10789920" cy="1196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pointers (prev, curr, next) are used to flip each node's 'next' pointer one at a time — O(n) time, O(1) space.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create a Doubly Linked List and traverse it forward.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628900"/>
          </a:xfrm>
          <a:prstGeom prst="roundRect">
            <a:avLst>
              <a:gd name="adj" fmla="val 278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09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 *next, *prev; 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*head = new Node{10, nullptr, nullptr};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*second = new Node{20, nullptr, head};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head-&gt;next = second;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*temp = head;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while(temp){ cout&lt;&lt;temp-&gt;data&lt;&lt;" "; temp=temp-&gt;next;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982212"/>
            <a:ext cx="11247120" cy="2372868"/>
          </a:xfrm>
          <a:prstGeom prst="roundRect">
            <a:avLst>
              <a:gd name="adj" fmla="val 308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82212"/>
            <a:ext cx="10789920" cy="2372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has both 'next' and 'prev' pointers, allowing traversal in either direction.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 node at the beginning of a Doubly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 *next, *prev; 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insertFront(Node* head, int val){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newNode = new Node{val, head, nullptr};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if(head) head-&gt;prev = newNode;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newNode;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Node{20, nullptr, nullptr};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insertFront(head, 10);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t=head; t; t=t-&gt;next) cout&lt;&lt;t-&gt;data&lt;&lt;" 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99432"/>
            <a:ext cx="11247120" cy="1755648"/>
          </a:xfrm>
          <a:prstGeom prst="roundRect">
            <a:avLst>
              <a:gd name="adj" fmla="val 416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99432"/>
            <a:ext cx="10789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node's next points to the old head, and the old head's prev is updated to point back to the new node.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 node at the end of a Doubly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624682"/>
          </a:xfrm>
          <a:prstGeom prst="roundRect">
            <a:avLst>
              <a:gd name="adj" fmla="val 2018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405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 *next, *prev;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insertEnd(Node* head, 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newNode = new Node{val, nullptr,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if(!head) return newNode;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while(t-&gt;next) t=t-&gt;next;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t-&gt;next = newNode;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newNode-&gt;prev = 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nullptr,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insertEnd(head, 20);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t=head; t; t=t-&gt;next) cout&lt;&lt;t-&gt;data&lt;&lt;"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977994"/>
            <a:ext cx="11247120" cy="1377086"/>
          </a:xfrm>
          <a:prstGeom prst="roundRect">
            <a:avLst>
              <a:gd name="adj" fmla="val 5312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77994"/>
            <a:ext cx="10789920" cy="1377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reach the last node, link its next to the new node, and set the new node's prev back to 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delete a node from a Doubly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624682"/>
          </a:xfrm>
          <a:prstGeom prst="roundRect">
            <a:avLst>
              <a:gd name="adj" fmla="val 2018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405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 *next, *prev;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deleteNode(Node* head, Node* target){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if(target-&gt;prev) target-&gt;prev-&gt;next = target-&gt;next;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head = target-&gt;next;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if(target-&gt;next) target-&gt;next-&gt;prev = target-&gt;prev;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target;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n2 = new Node{20, nullptr,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n2,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n2-&gt;prev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deleteNode(head, n2);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head-&gt;data;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977994"/>
            <a:ext cx="11247120" cy="1377086"/>
          </a:xfrm>
          <a:prstGeom prst="roundRect">
            <a:avLst>
              <a:gd name="adj" fmla="val 5312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77994"/>
            <a:ext cx="10789920" cy="1377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neighbouring nodes' next/prev pointers are updated to bypass the deleted node before it is freed.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traverse a Doubly Linked List in reverse using the prev pointers.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628900"/>
          </a:xfrm>
          <a:prstGeom prst="roundRect">
            <a:avLst>
              <a:gd name="adj" fmla="val 278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09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 *next, *prev; 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*n1 = new Node{10,nullptr,nullptr};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*n2 = new Node{20,nullptr,n1};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n1-&gt;next = n2;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*tail = n2;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t=tail; t; t=t-&gt;prev) cout&lt;&lt;t-&gt;data&lt;&lt;" 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982212"/>
            <a:ext cx="11247120" cy="2372868"/>
          </a:xfrm>
          <a:prstGeom prst="roundRect">
            <a:avLst>
              <a:gd name="adj" fmla="val 308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82212"/>
            <a:ext cx="10789920" cy="2372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the tail node and following 'prev' pointers lets us traverse the list backward without extra memory.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create a Circular Linked List and traverse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nullptr};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head-&gt;next = new Node{20, nullptr};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head-&gt;next-&gt;next = new Node{30, head};   // last node points back to head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temp = head;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temp-&gt;data &lt;&lt; " 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 = temp-&gt;next;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while(temp != head);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99432"/>
            <a:ext cx="11247120" cy="1755648"/>
          </a:xfrm>
          <a:prstGeom prst="roundRect">
            <a:avLst>
              <a:gd name="adj" fmla="val 416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99432"/>
            <a:ext cx="10789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node's next points back to head instead of NULL; a do-while loop traverses until we return to head.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 node at the end of a Circular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986784"/>
          </a:xfrm>
          <a:prstGeom prst="roundRect">
            <a:avLst>
              <a:gd name="adj" fmla="val 1835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insertEnd(Node* head, 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newNode = new Node{val,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if(!head){ newNode-&gt;next = newNode; return newNode;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while(t-&gt;next != head) t = 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t-&gt;next = newNode;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newNode-&gt;next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nullptr};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head-&gt;next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insertEnd(head, 20);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t=head;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do{ cout&lt;&lt;t-&gt;data&lt;&lt;" "; t=t-&gt;next; } while(t!=head);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340096"/>
            <a:ext cx="11247120" cy="1014984"/>
          </a:xfrm>
          <a:prstGeom prst="roundRect">
            <a:avLst>
              <a:gd name="adj" fmla="val 720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340096"/>
            <a:ext cx="10789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the current last node (whose next points to head) and relink it to the new node, which now points back to head.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delete a node from a Circular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224528"/>
          </a:xfrm>
          <a:prstGeom prst="roundRect">
            <a:avLst>
              <a:gd name="adj" fmla="val 173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deleteNode(Node* head, int key){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if(!head) return nullptr;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*curr=head, *prev=nullptr;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if(curr-&gt;data==key){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if(prev) prev-&gt;next = curr-&gt;next;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Node* t=head;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while(t-&gt;next!=head) t=t-&gt;next;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t-&gt;next = curr-&gt;next;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head = curr-&gt;next;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delete curr;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head;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 = curr; curr = curr-&gt;next;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while(curr != head);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Node{10, nullptr};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head-&gt;next = new Node{20, head};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 = deleteNode(head, 10);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head-&gt;data;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57200" y="55778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5778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care is needed when deleting the head node, since the last node's pointer must be updated to the new head.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implement a Stack using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624682"/>
          </a:xfrm>
          <a:prstGeom prst="roundRect">
            <a:avLst>
              <a:gd name="adj" fmla="val 2018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405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top = nullptr;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push(int val){ top = new Node{val, top};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pop(){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if(!top) return -1;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top;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 = t-&gt;data;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= top-&gt;next;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push(10); push(20); push(30);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pop() &lt;&lt; " " &lt;&lt; pop();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977994"/>
            <a:ext cx="11247120" cy="1377086"/>
          </a:xfrm>
          <a:prstGeom prst="roundRect">
            <a:avLst>
              <a:gd name="adj" fmla="val 5312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77994"/>
            <a:ext cx="10789920" cy="1377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of the linked list acts as the top of the stack — both push and pop work at the front, giving O(1)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implement a Queue using a Singly Linked List.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109314"/>
          </a:xfrm>
          <a:prstGeom prst="roundRect">
            <a:avLst>
              <a:gd name="adj" fmla="val 178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889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*front=nullptr, *rear=nullptr;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enqueue(int val){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 = new Node{val, nullptr};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if(!rear){ front=rear=n; return; }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rear-&gt;next = n; rear = n;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dequeue(){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if(!front) return -1;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front;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 = t-&gt;data;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 = front-&gt;next;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if(!front) rear=nullptr;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t;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enqueue(1); enqueue(2); enqueue(3);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dequeue() &lt;&lt; " " &lt;&lt; dequeue();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57200" y="5462626"/>
            <a:ext cx="11247120" cy="892454"/>
          </a:xfrm>
          <a:prstGeom prst="roundRect">
            <a:avLst>
              <a:gd name="adj" fmla="val 819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462626"/>
            <a:ext cx="10789920" cy="892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rear pointers track the two ends; enqueue adds at rear, dequeue removes from front — both O(1).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middle element of a Singly Linked List (single pass).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040380"/>
          </a:xfrm>
          <a:prstGeom prst="roundRect">
            <a:avLst>
              <a:gd name="adj" fmla="val 2406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820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Node{1, new Node{2, new Node{3, new Node{4, new Node{5, nullptr}}}}};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*slow=head, *fast=head;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while(fast &amp;&amp; fast-&gt;next){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slow = slow-&gt;next;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fast = fast-&gt;next-&gt;next;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"Middle = " &lt;&lt; slow-&gt;data;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93692"/>
            <a:ext cx="11247120" cy="1961388"/>
          </a:xfrm>
          <a:prstGeom prst="roundRect">
            <a:avLst>
              <a:gd name="adj" fmla="val 373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393692"/>
            <a:ext cx="10789920" cy="1961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pointer moves one step and the fast pointer moves two steps; when fast reaches the end, slow is at the middle.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detect a loop in a Singly Linked List using Floyd's Cycle Detection.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443630"/>
          </a:xfrm>
          <a:prstGeom prst="roundRect">
            <a:avLst>
              <a:gd name="adj" fmla="val 212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224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hasLoop(Node* head){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*slow=head, *fast=head;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while(fast &amp;&amp; fast-&gt;next){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slow = slow-&gt;next;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fast = fast-&gt;next-&gt;next;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if(slow==fast) return true;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Node{1, new Node{2, new Node{3, nullptr}}};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(hasLoop(head) ? "Loop Found" : "No Loop");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96942"/>
            <a:ext cx="11247120" cy="1558138"/>
          </a:xfrm>
          <a:prstGeom prst="roundRect">
            <a:avLst>
              <a:gd name="adj" fmla="val 4695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796942"/>
            <a:ext cx="10789920" cy="1558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loop exists, the fast pointer eventually 'laps' the slow pointer and they meet — O(n) time, O(1) space.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concatenate two Singly Linked Lists.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443630"/>
          </a:xfrm>
          <a:prstGeom prst="roundRect">
            <a:avLst>
              <a:gd name="adj" fmla="val 212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224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concatenate(Node* h1, Node* h2){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if(!h1) return h2;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 = h1;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while(t-&gt;next) t=t-&gt;next;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t-&gt;next = h2;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l1 = new Node{1, new Node{2, nullptr}};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l2 = new Node{3, new Node{4, nullptr}};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concatenate(l1, l2);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for(Node* t=head; t; t=t-&gt;next) cout&lt;&lt;t-&gt;data&lt;&lt;"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96942"/>
            <a:ext cx="11247120" cy="1558138"/>
          </a:xfrm>
          <a:prstGeom prst="roundRect">
            <a:avLst>
              <a:gd name="adj" fmla="val 4695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796942"/>
            <a:ext cx="10789920" cy="1558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node of the first list is linked to the head of the second list, joining them into one list.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free/delete an entire Singly Linked List and avoid memory leaks.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262579"/>
          </a:xfrm>
          <a:prstGeom prst="roundRect">
            <a:avLst>
              <a:gd name="adj" fmla="val 224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0431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freeList(Node* head){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while(head){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Node* t = head;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 = head-&gt;next;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delete 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Node{1, new Node{2, new Node{3, nullptr}}};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freeList(head);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"List freed successfully";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615891"/>
            <a:ext cx="11247120" cy="1739189"/>
          </a:xfrm>
          <a:prstGeom prst="roundRect">
            <a:avLst>
              <a:gd name="adj" fmla="val 420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615891"/>
            <a:ext cx="10789920" cy="1739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must be explicitly deleted since C++ has no automatic garbage collector — skipping this causes a memory leak.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length of a Singly Linked List using recursion.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 int data; Node* next; 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length(Node* head){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if(!head)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 + length(head-&gt;next);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head = new Node{1, new Node{2, new Node{3, nullptr}}};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"Length = " &lt;&lt; length(head);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187952"/>
            <a:ext cx="11247120" cy="2167128"/>
          </a:xfrm>
          <a:prstGeom prst="roundRect">
            <a:avLst>
              <a:gd name="adj" fmla="val 337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87952"/>
            <a:ext cx="10789920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an empty list has length 0. Each call adds 1 for the current node and recurses on the rest — O(n)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&amp; Long Answer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concept questions with definitions and examples — ideal for theory exams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E7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is a linear data structure in which elements (called nodes) are not stored in contiguous memory locations, but are linked together using pointers.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contains two parts: the data and a pointer/reference to the next node in the sequence.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10 -&gt; 20 -&gt; 30 -&gt; NULL represents a linked list of three nodes.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advantages of a Linked List over an Array.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 — a linked list can grow or shrink at run time without pre-declaring a fixed size.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insertion and deletion — no need to shift elements, since only pointers are updated (O(1) at a known position).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wastage from over-allocation, since nodes are created only as needed.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at the front of a linked list is O(1), while inserting at the front of an array is O(n).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disadvantages of a Linked List compared to an Array.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access — to reach the i-th element, all previous nodes must be traversed, giving O(n) access time (vs O(1) for arrays).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is required for storing pointers along with the data in every node.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cache-friendly, since nodes may be scattered non-contiguously in memory.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the 100th element of a linked list requires following 99 pointers, unlike arr[99] in an array.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briefly describe the types of Linked Lists.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List: each node points only to the next node.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List: each node points to both the next and previous nodes.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List: the last node points back to the first node instead of NULL.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Doubly Linked List: combines circular linking with both next and prev pointers.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music playlist that loops back to the first song after the last uses a circular linked list.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representation of a Linked List in memory.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arrays, linked list nodes are not stored in contiguous memory; each node is allocated separately (usually on the heap) at run time.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is accessed through a 'head' pointer that stores the address of the first node; each node's pointer field stores the address of the next node, forming a chain.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might point to address 2000; the node at 2000 stores data and the address 3050 of the next node.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an Array and a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fixed size (static), contiguous memory, O(1) random access, costly insertion/deletion (O(n) shifting).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List: dynamic size, non-contiguous memory (nodes linked via pointers), O(n) access, efficient insertion/deletion at known positions (O(1)).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an array requires creating a new array, while a linked list simply allocates one more node.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Node? Describe the structure of a node in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is the basic building block of a linked list, containing two fields: the data field (stores the actual value) and the next field (a pointer to the next node).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struct Node{ int data; Node* next; };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Node{ int data; Node* next; }; is a self-referential structure representing one list element.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'head' pointer, and what is the significance of NULL in a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pointer stores the address of the first node of the linked list; it is the only entry point used to access the entire list.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in the 'next' field of the last node signifies the end of the list — there is no further node to traverse to.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head is NULL, the linked list is empty (contains no nodes).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memory is allocated for Linked List nodes.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of a linked list is created dynamically at run time using the 'new' operator (or malloc in C), allocating memory from the heap only when needed.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unlike static arrays, where memory for all elements is reserved together at compile time or in one block.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Node* n = new Node{10, nullptr}; allocates memory for exactly one node holding the value 10.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Garbage Collection? How is it relevant to Linked Lists in C++?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 is the automatic process of reclaiming memory that is no longer referenced or reachable by the program.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does not have built-in garbage collection — the programmer must explicitly free each node using 'delete', or the memory becomes an unreachable leak once all pointers to it are lost.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overwriting head without first deleting the old first node causes that node's memory to leak.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Traversing operation on a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means visiting each node of the linked list exactly once, typically starting from the head and following 'next' pointers until NULL is reached.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while(temp != nullptr){ cout&lt;&lt;temp-&gt;data; temp=temp-&gt;next; } prints all node values in order.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Searching operation on a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means finding whether a given value exists in the linked list by comparing it against each node's data field, starting from the head, until found or the list ends.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30 in 10-&gt;20-&gt;30-&gt;NULL requires visiting 3 nodes before a match is found.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time complexity of Search, Insertion, and Deletion at the beginning, end, and middle of a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Insertion/Deletion at the beginning: O(1), since only the head pointer needs updating.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Insertion/Deletion at the end or a known middle position: O(n), since the list must be traversed to reach that point first.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a value: O(n) in the worst case, since it may require visiting every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at the front of any size list takes the same constant time, unlike inserting at the end.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steps to insert a node at the beginning of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node and set its data field to the given value.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new node's 'next' pointer to the current head.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head to point to the new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5 before 10-&gt;20 gives new head 5-&gt;10-&gt;20.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steps to insert a node at the end of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node with 'next' set to NULL.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list is empty, make this new node the head.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traverse to the last node (whose next is NULL) and set its 'next' to point to the new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30 at the end of 10-&gt;20 gives 10-&gt;20-&gt;30.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steps to insert a node at a given position in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position is 0, insert at the beginning (special case).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traverse to the node just before the desired position.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new node's 'next' to that node's current 'next', then update that node's 'next' to the new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15 at position 1 in 10-&gt;20-&gt;30 gives 10-&gt;15-&gt;20-&gt;30.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steps to delete the first node of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temporary pointer to the current head node.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head to point to the second node (head-&gt;next).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the memory of the original first node using delete.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first node of 10-&gt;20-&gt;30 leaves 20-&gt;30 as the new list.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steps to delete the last node of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the list until reaching the second-last node (the node whose next-&gt;next is NULL).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the memory of the last node.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second-last node's 'next' pointer to NULL.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last node of 10-&gt;20-&gt;30 leaves 10-&gt;20 as the new list.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steps to delete a node at a given position in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deleting the first node (position 0), handle it as a special case by moving head forward.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traverse to the node just before the target position.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that node's 'next' to skip the target node (point to target's next), then free the target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position 1 in 10-&gt;20-&gt;30 leaves 10-&gt;30.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Doubly Linked List? Describe the structure of its node.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 is a linked list in which each node has two pointers: one pointing to the next node and one pointing to the previous node.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struct Node{ int data; Node *next, *prev; };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&lt;- 10 &lt;-&gt; 20 &lt;-&gt; 30 -&gt; NULL shows both forward and backward links.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advantages of a Doubly Linked List over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traversal in both forward and backward directions, unlike a singly linked list which only goes forward.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of a given node is more efficient, since the previous node can be accessed directly via the 'prev' pointer without re-traversing from head.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delete a specific node, a doubly linked list doesn't need to search for its predecessor separately.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disadvantages of a Doubly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requires extra memory to store the additional 'prev' pointer, compared to a singly linked list.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 operations are slightly more complex, since two pointers (next and prev) must be updated correctly instead of one.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 node needs 3 fields (data, next, prev) versus 2 fields in a singly linked list node.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forward and backward traversal in a Doubly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traversal starts from the head and follows 'next' pointers until reaching a node whose next is NULL.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traversal starts from the tail (last node) and follows 'prev' pointers until reaching a node whose prev is NULL (the head).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gives 10,20,30; backward starting from the tail gives 30,20,10.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general steps for insertion in a Doubly Linked List (beginning/end).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beginning: create the new node, set its next to the current head, set the current head's prev to the new node, then update head.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end: traverse to the last node, link its next to the new node, and set the new node's prev back to that last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5 at the front of 10&lt;-&gt;20 gives 5&lt;-&gt;10&lt;-&gt;20, with prev/next updated on both sides.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general steps for deletion in a Doubly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target node to be deleted.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previous node's 'next' to skip to the target's next node (or update head if deleting the first node).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next node's 'prev' to point back to the target's previous node (if it exists), then free the target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middle node in 10&lt;-&gt;20&lt;-&gt;30 directly links 10&lt;-&gt;30 in both directions.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Circular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linked list is a linked list in which the last node's 'next' pointer points back to the first node (head) instead of NULL, forming a circular chain.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10 -&gt; 20 -&gt; 30 -&gt; (back to 10) forms a circular linked list of three nodes.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 Singly Linked List and a Circular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List: the last node's 'next' is NULL, marking a definite end.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List: the last node's 'next' points back to the head, so there is no NULL end and traversal must use a different stopping condition (comparing to head).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of a circular list uses a do-while loop that stops when it returns to head, not when next is NULL.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applications of a Circular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round-robin CPU scheduling, where each process gets a fixed time slice in a repeating cycle.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circular buffers/queues such as music or video playlists that loop back to the beginning.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board games where turns cycle repeatedly among players.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scheduling cycles through the circular list of processes, giving each a turn in sequence.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Circular Doubly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doubly linked list combines both properties: each node has 'next' and 'prev' pointers, and the list is circular — the last node's next points to the head, and the head's prev points to the last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moving forward or backward from any node and looping continuously in either direction.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traversal of a Circular Linked List differs from a normal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normal singly linked list, traversal stops when the current pointer becomes NULL.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circular linked list, since there is no NULL, traversal uses a do-while loop that starts at head and continues until the pointer returns to head again.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do{ cout&lt;&lt;t-&gt;data; t=t-&gt;next; } while(t != head); correctly traverses a circular list exactly once.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Singly Linked List, Doubly Linked List, and Circular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List: one-directional traversal, least memory per node, simplest to implement.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List: bidirectional traversal, more memory per node (extra prev pointer), easier deletion.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List: no NULL end, useful for cyclic/repeating access patterns like scheduling.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browser's history (forward/back) suits a doubly linked list; a round-robin scheduler suits a circular list.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Stack can be implemented using a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of the linked list acts as the top of the stack.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creates a new node, sets its next to the current head, and updates head to the new node (insertion at front).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saves the head node's value, moves head to head-&gt;next, and frees the old head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10,20,30 gives head -&gt; 30 -&gt; 20 -&gt; 10, so pop() returns 30 first.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Queue can be implemented using a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pointers, front and rear, are maintained. enqueue() creates a new node and links it after rear, then updates rear.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 removes the node at front, moves front to the next node, and frees the removed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1,2,3 gives front-&gt;1-&gt;2-&gt;3&lt;-rear; dequeue() removes 1 first, preserving FIFO order.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advantages of implementing a Stack or Queue using a Linked List instead of an Array?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size limit — the linked list grows dynamically as needed, avoiding stack/queue overflow due to a full array.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wasted memory from over-allocating an array that might not be fully used.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 at the required end are always O(1), without needing resizing logic.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linked-list stack never reports 'stack full' unless the system genuinely runs out of memory.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Stack Overflow/Underflow when implemented using a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effectively does not occur under normal conditions since memory is allocated dynamically per node — it would only fail if the system runs out of heap memory entirely.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Underflow still occurs if pop() is called when the head (top) pointer is NULL, i.e. the list/stack is empty, and must be checked explicitly.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if(top==nullptr) cout&lt;&lt;"Stack Underflow"; must be checked before every pop().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what is a self-referential structure, and how is it fundamental to Linked Lists?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self-referential structure is a structure that contains a pointer to another instance of the same structure type.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linked list node is a self-referential structure — its 'next' (and 'prev' in doubly linked lists) field points to another node of the identical type, which is what allows nodes to be chained together.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Node{int data; Node* next;}; is the self-referential structure underlying all linked list types.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the NULL pointer differently across Singly, Doubly, and Circular Linked Lists.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List: the last node's next is NULL, clearly marking the end.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List: the head's prev and the tail's next are both NULL, marking both boundaries.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List: NULL is not used to mark the end at all — the last node points back to head instead.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'if(node-&gt;next==NULL)' correctly finds the tail in a singly list, but would never be true in a circular list.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conceptually how to detect a loop in a Linked List (Floyd's Cycle Detection Algorithm).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pointers, 'slow' (moves one step) and 'fast' (moves two steps), start at head and traverse the list simultaneously.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list has a loop, the fast pointer will eventually catch up to and meet the slow pointer inside the loop; if fast reaches NULL, there is no loop.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called the 'Tortoise and Hare' algorithm, running in O(n) time with O(1) extra space.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conceptually how to find the middle node of a Linked List using the two-pointer technique.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'slow' pointer moves one node at a time while a 'fast' pointer moves two nodes at a time, both starting from head.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fast pointer reaches the end of the list (NULL or the last node), the slow pointer will be exactly at the middle node — achieved in a single O(n) pass.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list 1-&gt;2-&gt;3-&gt;4-&gt;5, when fast reaches 5 (the end), slow is at 3, the middle.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conceptually how to reverse a Singly 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pointers are maintained: prev (initially NULL), curr (initially head), and next (temporary).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save curr-&gt;next in 'next', then redirect curr-&gt;next to point to 'prev' (reversing the link), then move prev and curr one step forward; finally, prev becomes the new head.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10-&gt;20-&gt;30 produces 30-&gt;20-&gt;10 after processing all three nodes.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significance of the 'next' and 'prev' pointers in linked structures.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'next' pointer stores the address of the following node, enabling forward traversal and forming the basic chain of the list.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'prev' pointer (in doubly linked lists) stores the address of the preceding node, enabling backward traversal and simplifying operations like deletion without needing a separate search for the predecessor.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doubly linked list, node.prev-&gt;next always equals node itself, keeping the chain consistent.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memory representation difference between an Array (contiguous) and a Linked List (non-contiguous).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all elements are stored in one continuous block of memory, so the address of any element can be calculated directly using the base address and index.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List: nodes are scattered anywhere in memory (usually the heap), connected only through pointers — there is no direct index-to-address formula, so elements must be reached by following links.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arr[5] is computed instantly, but reaching the 6th linked list node requires following 5 'next' pointers.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real-life applications of Linked Lists.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dynamic data structures like stacks, queues, and hash table chaining (collision handling).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music/video playlists (especially with circular linked lists).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polynomials, sparse matrices, and adjacency lists in graphs.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history (doubly linked list) supporting forward and backward navigation.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undo/redo feature in software can be modelled using a doubly linked list of past states.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Header Linked List (or sentinel node)? Why is it useful?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header (sentinel) linked list includes an extra special 'header' node at the beginning that does not store actual data, simplifying edge-case handling.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useful because insertion/deletion at the beginning no longer needs to be treated as a special case, since there is always at least one node (the header) before any real data node.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sentinel node, insertAt(0, val) uses the exact same code path as inserting at any other position.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explain the concept of a Multi-Linked List.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multi-linked list is a node structure containing more than two pointer fields, allowing a single node to participate in multiple different lists or orderings simultaneously.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useful for representing data that needs to be accessed via more than one relationship, such as a student record linked both by roll number order and by name order.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might have 'nextByRoll' and 'nextByName' pointers to support two different traversal orders.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process of freeing/deallocating an entire Linked List to avoid memory leaks.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head, repeatedly save the current node in a temporary pointer, move head to head-&gt;next, and then delete the temporary pointer — this must be done for every node until head becomes NULL.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head pointer directly without first advancing through the list would lose access to (and leak) all subsequent nodes.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while(head){ Node* t=head; head=head-&gt;next; delete t; } safely frees every node exactly once.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overall Time and Space complexity trade-offs between Arrays and Linked Lists.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O(1) access time but O(n) insertion/deletion (due to shifting); space is compact with no pointer overhead, but size is fixed.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List: O(n) access time (no random access) but O(1) insertion/deletion at known positions; requires extra space per node for pointers, but size is fully dynamic.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frequent random lookups, arrays are better; for frequent insertions/deletions, linked lists are better.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concatenation of two Linked Lists.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means joining two separate linked lists into a single list by connecting the last node of the first list to the head node of the second list.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1-&gt;2 and 3-&gt;4 produces the single list 1-&gt;2-&gt;3-&gt;4.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Linked Lists support dynamic memory growth compared to static Arrays.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allocates memory for exactly one new node whenever an element needs to be added, using 'new' at run time — there is no upper limit decided in advance.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array, in contrast, has its total size fixed either at compile time or at the moment of dynamic allocation, requiring a costly resize-and-copy operation to grow further.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can keep growing node-by-node indefinitely (until memory runs out), unlike a fixed-size array.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50/50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when to prefer a Linked List over an Array, and vice versa.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Linked List when: the size is unknown or changes frequently, and frequent insertions/deletions (especially at the front or middle) are needed.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an Array when: fast random access by index is required, the size is known and relatively fixed, and memory/cache efficiency matters most.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to-do list app with frequent additions/removals suits a linked list; a lookup table of fixed constants suits an array.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MCQs with correct answers and short explanations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6C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node typically contains: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pointer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 pointer to the next node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and a key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stores the data field and a pointer/reference to the next node.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accessing the i-th element in a Singly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there is no random access, reaching the i-th node requires traversing i nodes, giving O(n).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an advantage of a Linked List over an Array?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time random access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 without pre-declaration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memory per element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cache locality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 can grow or shrink at run time without declaring a fixed size in advance.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Singly Linked List, what does the 'next' pointer of the last node store?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of the first node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address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value always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node's next pointer is set to NULL to signify the end of the list.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inserting a node at the beginning of a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at the beginning only requires updating the head pointer, giving O(1).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Linked List allows traversal in both forward and backward directions?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 (singly)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list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 has both 'next' and 'prev' pointers, enabling bidirectional traversal.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Circular Linked List, the last node's 'next' pointer points to: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Itself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node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node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circular linked list, the last node links back to the head, forming a cycle.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operations is generally SLOWER on a Linked List compared to an Array?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at the beginning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at the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 by index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using a known pointer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 lack direct indexing, so random access requires O(n) traversal, unlike O(1) for arrays.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C++ require explicit deletion of Linked List nodes?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C++ has automatic garbage collection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C++ does not have automatic garbage collection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pointers self-destruct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nodes are stored in the stack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lacks built-in garbage collection, so the programmer must free heap memory manually using delete.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self-referential structure mean in the context of Linked Lists?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with no members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containing a pointer to another instance of the same structure type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with only static members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that cannot be modified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self-referential structure has a member pointer to its own type, forming the basis of linked list nodes.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pointer field is added in a Doubly Linked List that is NOT present in a Singly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 adds a 'prev' pointer to allow backward traversal.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deleting the last node in a Singly Linked List (with only a head pointer)?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always regardless of size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tail pointer, the list must be traversed to find the second-last node, giving O(n).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 Stack most naturally implemented using a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Insertion/deletion at the tail using a rear pointer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Insertion/deletion at the head (top)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at head, deletion at tail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circular structure only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pop both occur at the head of the list, which acts as the stack's top — both O(1).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 Queue most naturally implemented using a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at front, dequeue at front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at rear, dequeue at front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at rear, dequeue at rear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at the same 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linked-list queue enqueues (inserts) at rear and dequeues (removes) at front, maintaining FIFO order in O(1) each.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Floyd's Cycle Detection Algorithm uses which technique?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 moving at different speeds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pointer and a fast pointer traverse the list; if they meet, a cycle exists.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middle of a Linked List in a single pass, which technique is used?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only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 (slow and fast)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the list first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node addresses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pointer moves one step and fast moves two steps; when fast ends, slow is at the middle.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disadvantage of a Doubly Linked List compared to a Singly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traversed forward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extra memory for the prev pointer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used to implement a stack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store integers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needs additional memory to store the extra 'prev' pointer.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type of Linked List is there NO NULL pointer marking the end?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List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linked list's last node points back to head rather than to NULL.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checked before performing pop() on a Linked-List-based Stack to avoid errors?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list has even length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top (head) is NULL (stack empty)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is negative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list is circular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to pop an empty stack (top==NULL) causes Stack Underflow and must be checked first.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application commonly uses a Circular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CPU scheduling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 indexing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scheduling cycles repeatedly through processes, naturally suited to a circular linked list.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reversing a Singly Linked List using the standard 3-pointer method?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node's pointer is redirected exactly once in a single traversal, giving O(n) time and O(1) space.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delete a specific node efficiently (given its pointer) without searching from head, which structure helps most?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Singly Linked List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list's 'prev' pointer gives direct access to the predecessor, avoiding a separate search.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forget to update 'head' after deleting the first node of a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Nothing, it works fine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becomes inaccessible or points to a freed/incorrect node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automatically fixes itself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to a circular list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updating head, the program may access deleted memory or lose access to the rest of the list.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best describes 'traversing' a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all nodes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each node exactly once by following pointers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all node values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the pointer direction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means visiting every node exactly once, typically from head to the end.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searching for a value in an unsorted Singly Linked List?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worst case, every node must be checked one by one, giving O(n).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3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Code Questions  •  50 Short/Long Q&amp;A  •  25 MCQs  —  100 Total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105</Slides>
  <Notes>105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2026-08-14T04:32:58Z</dcterms:created>
  <dcterms:modified xsi:type="dcterms:W3CDTF">2026-08-14T04:32:58Z</dcterms:modified>
</cp:coreProperties>
</file>