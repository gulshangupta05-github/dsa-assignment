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</p:sldIdLst>
  <p:notesMasterIdLst>
    <p:notesMasterId r:id="rId10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notesMaster" Target="notesMasters/notesMaster1.xml"/><Relationship Id="rId108" Type="http://schemas.openxmlformats.org/officeDocument/2006/relationships/presProps" Target="presProps.xml"/><Relationship Id="rId109" Type="http://schemas.openxmlformats.org/officeDocument/2006/relationships/viewProps" Target="viewProps.xml"/><Relationship Id="rId110" Type="http://schemas.openxmlformats.org/officeDocument/2006/relationships/theme" Target="theme/theme1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28016" cy="4023360"/>
          </a:xfrm>
          <a:prstGeom prst="roundRect">
            <a:avLst>
              <a:gd name="adj" fmla="val 50000"/>
            </a:avLst>
          </a:prstGeom>
          <a:solidFill>
            <a:srgbClr val="2557C7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20574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Stacks, Recursion and Queues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8872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Applications • Recursion • Circular Queues • Deque • Priority Queue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Most Important Questions &amp; Answers  •  C++  •  Semester Exam Preparation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521208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27324E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5349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60320" y="53766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521208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27324E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5349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35040" y="53766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&amp; Long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521208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27324E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5349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509760" y="53766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oundRect">
            <a:avLst/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Code-Based Questions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short C++ programs with output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557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73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for the PUSH operation on a stack using an array.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834640"/>
          </a:xfrm>
          <a:prstGeom prst="roundRect">
            <a:avLst>
              <a:gd name="adj" fmla="val 25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stk[5], top=-1;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push(int val){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if(top==4){ cout&lt;&lt;"Stack Overflow"; return;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stk[++top]=val;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push(10); push(20); push(30);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i=top;i&gt;=0;i--) cout&lt;&lt;stk[i]&lt;&lt;" ";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187952"/>
            <a:ext cx="11247120" cy="2167128"/>
          </a:xfrm>
          <a:prstGeom prst="roundRect">
            <a:avLst>
              <a:gd name="adj" fmla="val 337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87952"/>
            <a:ext cx="10789920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is incremented first, then the value is stored — this keeps top pointing to the last inserted element.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for the POP operation on a stack using an array.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834640"/>
          </a:xfrm>
          <a:prstGeom prst="roundRect">
            <a:avLst>
              <a:gd name="adj" fmla="val 25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stk[5]={10,20,30}, top=2;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pop(){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if(top==-1){ cout&lt;&lt;"Stack Underflow"; return -1;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stk[top--];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"Popped: " &lt;&lt; pop();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"\nNew top: " &lt;&lt; top;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187952"/>
            <a:ext cx="11247120" cy="2167128"/>
          </a:xfrm>
          <a:prstGeom prst="roundRect">
            <a:avLst>
              <a:gd name="adj" fmla="val 337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87952"/>
            <a:ext cx="10789920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element is returned and top is decremented, effectively removing it from the stack.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for the PEEK (top) operation on a stack.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628900"/>
          </a:xfrm>
          <a:prstGeom prst="roundRect">
            <a:avLst>
              <a:gd name="adj" fmla="val 278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409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stk[5]={5,15,25}, top=2;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peek(){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if(top==-1) return -1;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stk[top];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"Top element: " &lt;&lt; peek();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982212"/>
            <a:ext cx="11247120" cy="2372868"/>
          </a:xfrm>
          <a:prstGeom prst="roundRect">
            <a:avLst>
              <a:gd name="adj" fmla="val 308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982212"/>
            <a:ext cx="10789920" cy="2372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 returns the top element without removing it, so 'top' remains unchanged.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check isFull() and isEmpty() conditions for an array-based stack.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628900"/>
          </a:xfrm>
          <a:prstGeom prst="roundRect">
            <a:avLst>
              <a:gd name="adj" fmla="val 278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409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SIZE 5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stk[SIZE], top=-1;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isFull(){ return top==SIZE-1;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isEmpty(){ return top==-1;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"Empty? " &lt;&lt; isEmpty() &lt;&lt; endl;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"Full? " &lt;&lt; isFull();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982212"/>
            <a:ext cx="11247120" cy="2372868"/>
          </a:xfrm>
          <a:prstGeom prst="roundRect">
            <a:avLst>
              <a:gd name="adj" fmla="val 308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982212"/>
            <a:ext cx="10789920" cy="2372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 checks top==-1; isFull() checks top==SIZE-1 — both are used before pop/push to avoid errors.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implement a Stack using a dynamic array (auto-resize on overflow).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443630"/>
          </a:xfrm>
          <a:prstGeom prst="roundRect">
            <a:avLst>
              <a:gd name="adj" fmla="val 212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224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*stk = new int[2];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top=-1, cap=2;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push(int val){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if(top==cap-1){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*temp = new int[cap*2];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for(int i=0;i&lt;=top;i++) temp[i]=stk[i];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delete[] stk; stk=temp; cap*=2;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stk[++top]=val;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push(1); push(2); push(3);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i=0;i&lt;=top;i++) cout&lt;&lt;stk[i]&lt;&lt;" 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796942"/>
            <a:ext cx="11247120" cy="1558138"/>
          </a:xfrm>
          <a:prstGeom prst="roundRect">
            <a:avLst>
              <a:gd name="adj" fmla="val 4695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796942"/>
            <a:ext cx="10789920" cy="1558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array is full, a new array of double capacity is created, old elements copied, and old memory freed.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check for balanced parentheses in an expression using a stack.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624682"/>
          </a:xfrm>
          <a:prstGeom prst="roundRect">
            <a:avLst>
              <a:gd name="adj" fmla="val 2018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405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&lt;stack&gt;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exp = "{(a+b)*[c-d]}";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stack&lt;char&gt; s;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balanced=true;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for(char ch: exp){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if(ch=='('||ch=='{'||ch=='[') s.push(ch);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if(ch==')'||ch=='}'||ch==']'){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if(s.empty()){ balanced=false; break;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s.pop();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if(!s.empty()) balanced=false;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(balanced ? "Balanced" : "Not Balanced");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977994"/>
            <a:ext cx="11247120" cy="1377086"/>
          </a:xfrm>
          <a:prstGeom prst="roundRect">
            <a:avLst>
              <a:gd name="adj" fmla="val 5312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977994"/>
            <a:ext cx="10789920" cy="1377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brackets are pushed; every closing bracket pops one. If the stack empties exactly at the end, brackets are balanced.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convert an Infix expression to Postfix using a stack.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4224528"/>
          </a:xfrm>
          <a:prstGeom prst="roundRect">
            <a:avLst>
              <a:gd name="adj" fmla="val 173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&lt;stack&gt;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prec(char c){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if(c=='^') return 3;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if(c=='*'||c=='/') return 2;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if(c=='+'||c=='-') return 1;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s = "a+b*c", out="";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stack&lt;char&gt; st;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for(char c: s){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if(isalnum(c)) out+=c;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if(c=='(') st.push(c);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if(c==')'){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while(!st.empty() &amp;&amp; st.top()!='(') { out+=st.top(); st.pop(); }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st.pop();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while(!st.empty() &amp;&amp; prec(st.top())&gt;=prec(c)){ out+=st.top(); st.pop(); }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st.push(c);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while(!st.empty()){ out+=st.top(); st.pop(); }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out;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57200" y="55778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5778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are pushed on the stack and popped to the output based on precedence, producing postfix form (e.g. abc*+).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evaluate a Postfix expression using a stack.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986784"/>
          </a:xfrm>
          <a:prstGeom prst="roundRect">
            <a:avLst>
              <a:gd name="adj" fmla="val 1835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&lt;stack&gt;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exp = "23*54*+";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stack&lt;int&gt; s;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for(char c: exp){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if(isdigit(c)) s.push(c-'0');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b=s.top(); s.pop();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a=s.top(); s.pop();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if(c=='+') s.push(a+b);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if(c=='*') s.push(a*b);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if(c=='-') s.push(a-b);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if(c=='/') s.push(a/b);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"Result = " &lt;&lt; s.top();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340096"/>
            <a:ext cx="11247120" cy="1014984"/>
          </a:xfrm>
          <a:prstGeom prst="roundRect">
            <a:avLst>
              <a:gd name="adj" fmla="val 7207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340096"/>
            <a:ext cx="1078992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Operands are pushed; on an operator, two values are popped, the operation applied, and the result pushed back.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reverse a string using a stack.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834640"/>
          </a:xfrm>
          <a:prstGeom prst="roundRect">
            <a:avLst>
              <a:gd name="adj" fmla="val 25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&lt;stack&gt;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s = "hello";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stack&lt;char&gt; st;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for(char c: s) st.push(c);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rev="";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while(!st.empty()){ rev+=st.top(); st.pop();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rev;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187952"/>
            <a:ext cx="11247120" cy="2167128"/>
          </a:xfrm>
          <a:prstGeom prst="roundRect">
            <a:avLst>
              <a:gd name="adj" fmla="val 337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87952"/>
            <a:ext cx="10789920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a stack is LIFO, pushing all characters and popping them yields the string in reverse order.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find the factorial of a number using recursion.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423160"/>
          </a:xfrm>
          <a:prstGeom prst="roundRect">
            <a:avLst>
              <a:gd name="adj" fmla="val 3019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fact(int n){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if(n==0 || n==1) return 1;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fact(n-1);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"Factorial(5) = " &lt;&lt; fact(5);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776472"/>
            <a:ext cx="11247120" cy="2578608"/>
          </a:xfrm>
          <a:prstGeom prst="roundRect">
            <a:avLst>
              <a:gd name="adj" fmla="val 2837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776472"/>
            <a:ext cx="1078992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fact(0)=1. Recursive case: fact(n) = n * fact(n-1). Time complexity is O(n).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find the GCD of two numbers using recursion (Euclidean algorithm).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423160"/>
          </a:xfrm>
          <a:prstGeom prst="roundRect">
            <a:avLst>
              <a:gd name="adj" fmla="val 3019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gcd(int a, int b){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if(b==0) return a;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gcd(b, a%b);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"GCD(48,18) = " &lt;&lt; gcd(48,18);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776472"/>
            <a:ext cx="11247120" cy="2578608"/>
          </a:xfrm>
          <a:prstGeom prst="roundRect">
            <a:avLst>
              <a:gd name="adj" fmla="val 2837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776472"/>
            <a:ext cx="1078992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property gcd(a,b) = gcd(b, a mod b); recursion stops when b becomes 0.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find the nth Fibonacci number using recursion.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628900"/>
          </a:xfrm>
          <a:prstGeom prst="roundRect">
            <a:avLst>
              <a:gd name="adj" fmla="val 278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409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fib(int n){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if(n==0)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if(n==1) return 1;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"Fibonacci(6) = " &lt;&lt; fib(6);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982212"/>
            <a:ext cx="11247120" cy="2372868"/>
          </a:xfrm>
          <a:prstGeom prst="roundRect">
            <a:avLst>
              <a:gd name="adj" fmla="val 308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982212"/>
            <a:ext cx="10789920" cy="2372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base cases (0 and 1) are needed since each call branches into two recursive calls — time complexity is O(2^n).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solve the Tower of Hanoi problem using recursion.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834640"/>
          </a:xfrm>
          <a:prstGeom prst="roundRect">
            <a:avLst>
              <a:gd name="adj" fmla="val 25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hanoi(int n, char from, char to, char aux){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if(n==0) return;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hanoi(n-1, from, aux, to);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"Move disk " &lt;&lt; n &lt;&lt; " from " &lt;&lt; from &lt;&lt; " to " &lt;&lt; to &lt;&lt; endl;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hanoi(n-1, aux, to, from);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hanoi(3, 'A', 'C', 'B');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187952"/>
            <a:ext cx="11247120" cy="2167128"/>
          </a:xfrm>
          <a:prstGeom prst="roundRect">
            <a:avLst>
              <a:gd name="adj" fmla="val 337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87952"/>
            <a:ext cx="10789920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n-1 disks to the auxiliary rod, move the largest disk to the target, then move n-1 disks from auxiliary to target — needs 2^n - 1 moves.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compute x raised to the power n using recursion.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423160"/>
          </a:xfrm>
          <a:prstGeom prst="roundRect">
            <a:avLst>
              <a:gd name="adj" fmla="val 3019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power(int x, int n){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if(n==0) return 1;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 power(x, n-1);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"2^5 = " &lt;&lt; power(2,5);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776472"/>
            <a:ext cx="11247120" cy="2578608"/>
          </a:xfrm>
          <a:prstGeom prst="roundRect">
            <a:avLst>
              <a:gd name="adj" fmla="val 2837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776472"/>
            <a:ext cx="1078992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power(x,0)=1. Recursive case multiplies x by power(x,n-1) — O(n) time complexity.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for the ENQUEUE operation on a queue using an array.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246120"/>
          </a:xfrm>
          <a:prstGeom prst="roundRect">
            <a:avLst>
              <a:gd name="adj" fmla="val 225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SIZE 5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q[SIZE], front=-1, rear=-1;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enqueue(int val){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if(rear==SIZE-1){ cout&lt;&lt;"Queue Full"; return;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if(front==-1) front=0;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q[++rear]=val;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enqueue(10); enqueue(20); enqueue(30);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i=front;i&lt;=rear;i++) cout&lt;&lt;q[i]&lt;&lt;" ";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599432"/>
            <a:ext cx="11247120" cy="1755648"/>
          </a:xfrm>
          <a:prstGeom prst="roundRect">
            <a:avLst>
              <a:gd name="adj" fmla="val 4167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99432"/>
            <a:ext cx="10789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marks the first element and rear the last; new elements are always added after rear.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for the DEQUEUE operation on a queue using an array.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246120"/>
          </a:xfrm>
          <a:prstGeom prst="roundRect">
            <a:avLst>
              <a:gd name="adj" fmla="val 225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q[5]={10,20,30}, front=0, rear=2;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dequeue(){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if(front==-1 || front&gt;rear){ cout&lt;&lt;"Queue Empty"; return -1;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 = q[front];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front++;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"Dequeued: " &lt;&lt; dequeue();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"\nNew front index: " &lt;&lt; front;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599432"/>
            <a:ext cx="11247120" cy="1755648"/>
          </a:xfrm>
          <a:prstGeom prst="roundRect">
            <a:avLst>
              <a:gd name="adj" fmla="val 4167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99432"/>
            <a:ext cx="10789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element is removed by returning its value and incrementing the front index — O(1)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check isFull() and isEmpty() for an array-based queue.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2628900"/>
          </a:xfrm>
          <a:prstGeom prst="roundRect">
            <a:avLst>
              <a:gd name="adj" fmla="val 278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409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SIZE 5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front=-1, rear=-1;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isEmpty(){ return front==-1;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isFull(){ return rear==SIZE-1;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"Empty? " &lt;&lt; isEmpty() &lt;&lt; endl;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"Full? " &lt;&lt; isFull();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982212"/>
            <a:ext cx="11247120" cy="2372868"/>
          </a:xfrm>
          <a:prstGeom prst="roundRect">
            <a:avLst>
              <a:gd name="adj" fmla="val 3083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982212"/>
            <a:ext cx="10789920" cy="2372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 checks front==-1; isFull() checks rear at the last valid index of a linear (non-circular) queue.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for the ENQUEUE operation in a circular queue.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262579"/>
          </a:xfrm>
          <a:prstGeom prst="roundRect">
            <a:avLst>
              <a:gd name="adj" fmla="val 224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0431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SIZE 5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cq[SIZE], front=-1, rear=-1;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enqueue(int val){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if((rear+1)%SIZE==front){ cout&lt;&lt;"Queue Full"; return;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if(front==-1) front=0;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rear=(rear+1)%SIZE;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cq[rear]=val;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enqueue(1); enqueue(2); enqueue(3);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i=front;i!=rear;i=(i+1)%SIZE) cout&lt;&lt;cq[i]&lt;&lt;" 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cout&lt;&lt;cq[rear];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615891"/>
            <a:ext cx="11247120" cy="1739189"/>
          </a:xfrm>
          <a:prstGeom prst="roundRect">
            <a:avLst>
              <a:gd name="adj" fmla="val 420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615891"/>
            <a:ext cx="10789920" cy="1739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wraps around using modulo SIZE, allowing the queue to reuse freed front slots instead of shifting elements.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19/25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for the DEQUEUE operation in a circular queue.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081528"/>
          </a:xfrm>
          <a:prstGeom prst="roundRect">
            <a:avLst>
              <a:gd name="adj" fmla="val 237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86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SIZE 5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cq[SIZE]={1,2,3}, front=0, rear=2;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dequeue(){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if(front==-1){ cout&lt;&lt;"Queue Empty"; return -1;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 = cq[front];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if(front==rear) front=rear=-1;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front=(front+1)%SIZE;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"Dequeued: " &lt;&lt; dequeue();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11247120" cy="1920240"/>
          </a:xfrm>
          <a:prstGeom prst="roundRect">
            <a:avLst>
              <a:gd name="adj" fmla="val 381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34840"/>
            <a:ext cx="10789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moves forward with wraparound (modulo SIZE); if front equals rear, the queue becomes empty after removal.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implement a Circular Queue using a dynamically allocated array.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443630"/>
          </a:xfrm>
          <a:prstGeom prst="roundRect">
            <a:avLst>
              <a:gd name="adj" fmla="val 212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224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*cq; int front=-1, rear=-1, SIZE;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enqueue(int val){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if((rear+1)%SIZE==front){ cout&lt;&lt;"Full"; return;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if(front==-1) front=0;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rear=(rear+1)%SIZE;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cq[rear]=val;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SIZE=5;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cq = new int[SIZE];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enqueue(10); enqueue(20);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cq[front] &lt;&lt; " " &lt;&lt; cq[rear];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delete[] cq;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796942"/>
            <a:ext cx="11247120" cy="1558138"/>
          </a:xfrm>
          <a:prstGeom prst="roundRect">
            <a:avLst>
              <a:gd name="adj" fmla="val 4695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796942"/>
            <a:ext cx="10789920" cy="1558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is allocated on the heap using new[], letting the queue's capacity be decided at run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insert an element at both the front and rear of a Deque (array based).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805733"/>
          </a:xfrm>
          <a:prstGeom prst="roundRect">
            <a:avLst>
              <a:gd name="adj" fmla="val 192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5862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SIZE 5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dq[SIZE]={-1,-1,-1,-1,-1}, front=-1, rear=-1;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insertRear(int val){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if(front==-1){ front=rear=0;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rear=(rear+1)%SIZE;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dq[rear]=val;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insertFront(int val){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if(front==-1){ front=rear=0;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front=(front-1+SIZE)%SIZE;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dq[front]=val;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insertRear(10); insertRear(20); insertFront(5);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"Front=" &lt;&lt; dq[front] &lt;&lt; " Rear=" &lt;&lt; dq[rear];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159045"/>
            <a:ext cx="11247120" cy="1196035"/>
          </a:xfrm>
          <a:prstGeom prst="roundRect">
            <a:avLst>
              <a:gd name="adj" fmla="val 611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159045"/>
            <a:ext cx="10789920" cy="1196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deque allows insertion at both ends; front moves backward (with wraparound) and rear moves forward.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delete an element from both the front and rear of a Deque.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805733"/>
          </a:xfrm>
          <a:prstGeom prst="roundRect">
            <a:avLst>
              <a:gd name="adj" fmla="val 192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5862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SIZE 5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dq[SIZE]={5,10,20}, front=0, rear=2;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deleteFront(){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if(front==-1) return;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if(front==rear) front=rear=-1;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front=(front+1)%SIZE;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deleteRear(){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if(front==-1) return;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if(front==rear) front=rear=-1;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rear=(rear-1+SIZE)%SIZE;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deleteFront();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"New front index: " &lt;&lt; front;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5159045"/>
            <a:ext cx="11247120" cy="1196035"/>
          </a:xfrm>
          <a:prstGeom prst="roundRect">
            <a:avLst>
              <a:gd name="adj" fmla="val 611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159045"/>
            <a:ext cx="10789920" cy="1196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is possible from either end; the front/rear index is adjusted with wraparound using modulo SIZE.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insert an element into a Priority Queue (implemented as an ordered array).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081528"/>
          </a:xfrm>
          <a:prstGeom prst="roundRect">
            <a:avLst>
              <a:gd name="adj" fmla="val 237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86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pq[10], n=0;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insert(int val){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 = n-1;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while(i&gt;=0 &amp;&amp; pq[i]&gt;val){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pq[i+1]=pq[i]; i--;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pq[i+1]=val; n++;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insert(30); insert(10); insert(20);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i=0;i&lt;n;i++) cout&lt;&lt;pq[i]&lt;&lt;" 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11247120" cy="1920240"/>
          </a:xfrm>
          <a:prstGeom prst="roundRect">
            <a:avLst>
              <a:gd name="adj" fmla="val 381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34840"/>
            <a:ext cx="10789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element is inserted at its correct sorted position, so the smallest (highest priority) always stays at index 0.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delete (extract) the highest priority element from a Priority Queue.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040380"/>
          </a:xfrm>
          <a:prstGeom prst="roundRect">
            <a:avLst>
              <a:gd name="adj" fmla="val 2406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2820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pq[10]={10,20,30}, n=3;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extractMin(){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 = pq[0];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i=0;i&lt;n-1;i++) pq[i]=pq[i+1];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n--;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"Extracted: " &lt;&lt; extractMin();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393692"/>
            <a:ext cx="11247120" cy="1961388"/>
          </a:xfrm>
          <a:prstGeom prst="roundRect">
            <a:avLst>
              <a:gd name="adj" fmla="val 3730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393692"/>
            <a:ext cx="10789920" cy="1961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array is kept sorted, the highest-priority element is always at index 0, and remaining elements shift left.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25/25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320040"/>
            <a:ext cx="9555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implement a Queue using two Stacks.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262579"/>
          </a:xfrm>
          <a:prstGeom prst="roundRect">
            <a:avLst>
              <a:gd name="adj" fmla="val 224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10789920" cy="30431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&lt;stack&gt;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stack&lt;int&gt; s1, s2;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enqueue(int val){ s1.push(val);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dequeue(){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if(s2.empty())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while(!s1.empty()){ s2.push(s1.top()); s1.pop();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 = s2.top(); s2.pop();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enqueue(1); enqueue(2); enqueue(3);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dequeue() &lt;&lt; " " &lt;&lt; dequeue();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615891"/>
            <a:ext cx="11247120" cy="1739189"/>
          </a:xfrm>
          <a:prstGeom prst="roundRect">
            <a:avLst>
              <a:gd name="adj" fmla="val 4206"/>
            </a:avLst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615891"/>
            <a:ext cx="10789920" cy="1739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5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handles incoming elements; when dequeue is called, elements are moved to s2 (reversing order) so the oldest comes out first.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Code-Based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oundRect">
            <a:avLst/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&amp; Long Answer Questions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concept questions with definitions and examples — ideal for theory exams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E7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73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Stack. What does the term LIFO mean?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is a linear data structure in which insertion and deletion take place only at one end, called the top.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stands for Last In, First Out — the element inserted last is the first one to be removed.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pile of plates — the plate placed last is picked up first.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basic operations performed on a stack.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push(x) – insert element x at the top.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– remove and return the top element.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peek()/top() – return the top element without removing it.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 – check if the stack has no elements.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isFull() – check if the stack has reached its maximum capacity (array implementation).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push(5) adds 5 to the top; pop() then removes and returns 5.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array representation of a stack.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can be represented using a 1D array along with a variable 'top' that stores the index of the topmost element.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top = -1 (empty stack); push increments top before storing, pop returns the value at top then decrements 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stk[5]; int top=-1; push(10) sets stk[0]=10 and top=0.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advantages of implementing a Stack using a dynamic array over a static array?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array based stack can grow at run time by resizing (allocating a larger block and copying elements), avoiding a fixed size limitation.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the need to guess the maximum size in advance, reducing both stack overflow risk and wasted memory.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stack of capacity 2 becomes full, a new array of capacity 4 is created and old elements are copied.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applications of a Stack.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and converting arithmetic expressions (infix, postfix, prefix).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function calls and recursion (call stack).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balanced parentheses in expressions.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Undo/redo operations in editors.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algorithms (maze solving, DFS) and browser back-button history.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recursive function call is internally pushed onto the system's call stack.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Polish Notation? Explain Prefix and Postfix forms.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Notation refers to expression forms where operators are placed relative to operands without needing parentheses.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(Polish Notation): operator before operands, e.g. +AB.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(Reverse Polish Notation): operator after operands, e.g. AB+.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 A+B becomes prefix +AB and postfix AB+.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postfix notation preferred over infix notation for expression evaluation by computers?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expressions do not need parentheses or operator precedence rules to be evaluated, since the order is already encoded in the expression.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be evaluated in a single left-to-right scan using a stack, making evaluation faster and simpler for a computer.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23+ can be evaluated directly without checking precedence, unlike infix 2+3.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algorithm/steps to convert an Infix expression to Postfix using a stack.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expression left to right. If the symbol is an operand, add it to the output.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'(', push it onto the stack. If it is ')', pop and output until '(' is found.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an operator, pop and output operators with greater or equal precedence, then push the current operator.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scanning, pop all remaining operators from the stack to the output.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 a+b*c converts to postfix abc*+.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precedence and associativity rules used in Infix to Postfix conversion.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order (highest to lowest): ^ (exponent) &gt; * , / &gt; + , -.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Associativity: + , -, * , / are left-to-right associative; ^ is right-to-left associative — this affects when equal-precedence operators are popped.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a-b-c is evaluated left to right as (a-b)-c due to left associativity.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algorithm to evaluate a Postfix expression using a stack.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expression left to right. If the symbol is an operand, push it onto the stack.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an operator, pop the top two values, apply the operator, and push the result back.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scanning is complete, the single value left in the stack is the final result.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23*54*+ evaluates step-by-step to push 6, push 20, then 6+20 = 26.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Stack Overflow and Stack Underflow conditions?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occurs when a push operation is attempted on a stack that is already full (top == max size - 1).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Underflow occurs when a pop or peek operation is attempted on an empty stack (top == -1).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pop() on an empty stack (top=-1) causes underflow and should be handled with an error message.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the basic Stack operations?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push(), pop(), peek(), isEmpty(), and isFull() are all O(1) — constant time — because they only involve accessing or updating the 'top' index.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always just increments top and writes one array cell, regardless of stack size.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a Stack and a simple Array.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allows random access and modification at any index directly.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restricted access — insertion and deletion allowed only at one end (the top), following LIFO order.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arr[3]=5 is valid directly in an array, but a stack requires popping down to that level first.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system call stack is used to implement recursion.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 a function calls itself, a new activation record (containing local variables, parameters, and return address) is pushed onto the call stack.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call returns, its activation record is popped, and control resumes from the return address — this is why deep recursion can cause a stack overflow.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fact(3) pushes frames for fact(3), fact(2), fact(1) before any of them return.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Recursion. Give its general form.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is a technique in which a function calls itself, directly or indirectly, to solve a smaller instance of the same problem until a base condition is reached.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fact(int n){ if(n==0) return 1; return n*fact(n-1); 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different types of Recursion.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Recursion: a function calls itself directly.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Recursion: a function calls another function, which in turn calls the first function.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Recursion: the recursive call is the last statement in the function.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Non-tail (Head) Recursion: some operation is performed after the recursive call returns.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fact(n) = n*fact(n-1) is non-tail recursion since multiplication happens after the recursive call returns.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Base Case and Recursive Case both important in recursion?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 stops the recursion by providing a direct answer without further recursive calls, preventing infinite recursion.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Case reduces the problem to a smaller sub-problem and calls the function again, moving it closer to the base case.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fact(n), the base case is n==0 (returns 1); without it, the function would call itself forever.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advantages and disadvantages of Recursion.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code is shorter, cleaner, and more readable for problems with a naturally recursive structure (e.g. tree traversal, Tower of Hanoi).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higher memory usage due to the call stack, slower execution due to function call overhead, and risk of stack overflow for deep recursion.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Fibonacci recomputes the same values repeatedly, making it much slower than an iterative version.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Recursion and Iteration.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Recursion: uses function calls and the call stack; often more elegant for naturally recursive problems; uses more memory (O(n) stack space).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Iteration: uses loops; generally faster and uses O(1) extra space; can be less intuitive for problems like tree/graph traversal.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 can be written both recursively (O(n) space) and iteratively (O(1) space).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recursive algorithm for Factorial with an example.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fact(n) = 1, if n = 0 or 1; fact(n) = n * fact(n-1), otherwise.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reduces n by 1 until the base case n=0 or n=1 is reached, then the results are multiplied back up the call chain.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fact(4) = 4*fact(3) = 4*3*fact(2) = 4*3*2*fact(1) = 4*3*2*1 = 24.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recursive algorithm for GCD (Euclidean algorithm) with an example.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gcd(a, b) = a, if b = 0; gcd(a, b) = gcd(b, a mod b), otherwise.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repeatedly replaces the larger number with the remainder of dividing it by the smaller number, until the remainder becomes 0.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gcd(48,18) → gcd(18,12) → gcd(12,6) → gcd(6,0) = 6.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recursive algorithm for Fibonacci and why it is considered inefficient.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fib(n) = n, if n = 0 or 1; fib(n) = fib(n-1) + fib(n-2), otherwise.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inefficient because the same sub-problems are computed repeatedly (overlapping sub-calls), giving exponential time complexity O(2^n).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fib(5) recomputes fib(2) three separate times within the recursion tree.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Tower of Hanoi problem and its recurrence relation.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disks on rod A, the goal is to move all disks to rod C (using rod B as auxiliary) such that a larger disk is never placed on a smaller one.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Recurrence: move n-1 disks A→B, move disk n from A→C, then move n-1 disks B→C. T(n) = 2*T(n-1) + 1.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n=3 disks, the minimum number of moves required is 2^3 - 1 = 7.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the Tower of Hanoi algorithm? Justify.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complexity is O(2^n), since the recurrence T(n) = 2*T(n-1) + 1 solves to T(n) = 2^n - 1 total moves.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n=10 disks, 2^10 - 1 = 1023 moves are required.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Queue. What does the term FIFO mean?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is a linear data structure in which insertion happens at one end (rear) and deletion happens at the other end (front).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stands for First In, First Out — the element inserted first is the first one to be removed.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of people at a ticket counter — the first person to join is the first to be served.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basic operations performed on a Queue.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enqueue(x) – insert element x at the rear.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 – remove and return the element at the front.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peek()/front() – return the front element without removing it.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 – check if the queue has no elements.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isFull() – check if the queue has reached its maximum capacity.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enqueue(5) adds 5 at the rear; dequeue() removes the element currently at the front.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array representation of a Queue.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can be represented using a 1D array with two index variables, 'front' and 'rear'.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front = rear = -1; enqueue increments rear and inserts, dequeue returns the element at front and increments front.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q[5]; front=rear=-1; enqueue(10) sets front=rear=0, q[0]=10.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limitation of a simple (linear) array-based Queue?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elements are dequeued from the front, those positions become unusable, even though the array may show 'rear==SIZE-1' as full — this wastes memory even when the queue is logically not full.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limitation is overcome using a Circular Queue, which reuses freed front positions.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dequeuing all elements from a 5-slot queue, rear stuck at index 4 still reports the queue as full.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Circular Queue? Why is it needed?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queue is a queue in which the last position is connected back to the first position, forming a circle, using modulo arithmetic for index wraparound.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needed to efficiently reuse memory freed by dequeue operations, which a simple linear queue cannot do.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= (rear+1) % SIZE allows rear to wrap from index 4 back to index 0 in a 5-element array.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enqueue/dequeue algorithm and full/empty conditions for a Circular Queue.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Enqueue: if (rear+1)%SIZE == front, the queue is full; otherwise rear=(rear+1)%SIZE and insert.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Dequeue: if front==-1, the queue is empty; otherwise remove element at front, and if front==rear reset both to -1, else front=(front+1)%SIZE.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5-slot circular queue, if front=0 and rear=4, (rear+1)%5==0==front means the queue is full.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a Circular Queue implemented using a dynamic array?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fixed-size array, memory is allocated at run time using new[] (or malloc), with the size decided by the user or program need.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circular queue logic (modulo-based front/rear wraparound) remains the same; only the storage is dynamically allocated, allowing flexible sizing.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*cq = new int[n]; where n is entered by the user at run time.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Deque (Double-Ended Queue)? Explain its types.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deque is a linear data structure that allows insertion and deletion from both the front and rear ends.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Input-Restricted Deque: insertion allowed only at the rear, deletion allowed at both ends.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Output-Restricted Deque: insertion allowed at both ends, deletion allowed only from the front.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input-restricted deque behaves like a normal queue for insertion but allows removing from either end.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basic operations supported by a Deque.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insertFront(x) – insert element x at the front.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insertRear(x) – insert element x at the rear.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deleteFront() – remove element from the front.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deleteRear() – remove element from the rear.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getFront() / getRear() – retrieve elements without removing them.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insertFront(5) followed by insertRear(9) adds 5 before and 9 after the existing elements.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Priority Queue? How does it differ from a normal Queue?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 is a data structure in which each element has a priority, and elements are removed in order of priority rather than insertion order (FIFO).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normal queue, the element with the highest priority (not necessarily the oldest) is served first.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hospital emergency queue, a critical patient (higher priority) is treated before an earlier-arrived patient with a minor issue.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Ascending and Descending Priority Queues.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Priority Queue: elements are inserted in any order, but the smallest element is always removed first.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 Priority Queue: elements are inserted in any order, but the largest element is always removed first.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ascending priority queue with elements 30,10,20 always returns 10 first.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applications of a Priority Queue.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 algorithms (shortest job first).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shortest path algorithm and Prim's minimum spanning tree algorithm.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encoding for data compression.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simulation systems.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repeatedly extracts the minimum-distance vertex using a priority queue.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general applications of the Queue data structure.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and disk scheduling in operating systems.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requests in a printer spooler or call centre system.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 traversal in graphs and trees.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 data streams such as IO buffers and message queues.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uses a queue to visit graph nodes level by level.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a Stack and a Queue.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LIFO order, insertion and deletion at the same end (top).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FIFO order, insertion at rear and deletion at front (two different ends).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functionality uses a stack; a print job queue uses a queue.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a Linear Queue and a Circular Queue.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Queue: rear cannot go back to reuse space freed by dequeued elements, leading to wasted memory.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Queue: rear wraps around to the beginning using modulo arithmetic, efficiently reusing all available slots.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linear queue of size 5, once rear reaches index 4, no more insertion is possible even if front has advanced.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a Queue and a Deque.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insertion only at rear, deletion only at front (strictly FIFO).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Deque: insertion and deletion allowed at both front and rear ends, offering more flexibility.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deque can act as both a stack and a queue depending on which ends are used.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41/50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Overflow and Underflow conditions in an array-based Queue.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occurs when enqueue is attempted on a full queue (rear at maximum index, or (rear+1)%SIZE==front for circular queues).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 occurs when dequeue is attempted on an empty queue (front==-1).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dequeue() on an empty queue should print 'Queue Underflow' instead of accessing invalid memory.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42/50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the basic Queue operations?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enqueue(), dequeue(), peek(), isEmpty(), and isFull() are all O(1) — constant time — since they only involve updating front/rear indices and accessing one array cell.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always removes exactly the front element in a single step, regardless of queue length.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43/50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 Queue can be implemented using two Stacks.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stacks, s1 and s2, are maintained. enqueue always pushes onto s1.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dequeue, if s2 is empty, all elements from s1 are popped and pushed onto s2 (reversing their order), then the top of s2 is popped and returned.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1,2,3 onto s1; dequeue moves them to s2, so popping s2 returns 1 first (FIFO order preserved).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44/50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real-life example each for Stack and Queue usage.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example: a stack of plates in a cafeteria — the plate placed on top last is picked up first (LIFO).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example: people standing in a line at a bus stop — the person who arrived first boards first (FIFO).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browser's 'Back' button behaves like a stack, while a printer's job queue behaves like a queue.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45/50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significance of the front and rear pointers in a Queue.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indicates the index of the element that will be removed next (on dequeue).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indicates the index of the last inserted element, where the next enqueue will add a new element.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front=1 and rear=3, elements at indices 1,2,3 are currently present in the queue.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46/50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Simple Queue, Circular Queue, Deque, and Priority Queue.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Queue: strict FIFO, insertion at rear, deletion at front only.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Queue: FIFO with wraparound indexing for efficient memory reuse.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Deque: insertion/deletion allowed at both ends.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Queue: elements removed based on priority, not insertion order.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CPU ready queue may use a priority queue so higher-priority processes run first, unlike a plain FIFO queue.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47/50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expressions with parentheses are handled during Infix to Postfix conversion.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opening parenthesis '(' is always pushed onto the stack directly, acting as a boundary marker.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closing parenthesis ')' is encountered, operators are popped and added to the output until the matching '(' is found, and that '(' is then discarded (not added to output).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(a+b)*c converts to postfix ab+c*, with the parentheses controlling when '+' is popped out before '*'.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48/50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meant by 'Expression Evaluation' and how does a stack help in it?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evaluation is the process of computing the numeric result of an arithmetic expression.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helps by storing operands (or partial results) temporarily so operators can be applied in the correct order, especially for postfix expressions which need only a single left-to-right pass.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postfix 34+2* uses the stack to hold 3, then 4, compute 3+4=7, then multiply by 2 to get 14.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49/50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meant by 'array shifting' overhead and how does a Circular Queue avoid it compared to a simple queue's workaround?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simple linear queue, one common (inefficient) workaround for reusing space is shifting all elements left after every dequeue, which costs O(n) time.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queue avoids this entirely by using modulo arithmetic to wrap the front and rear indices, so no elements ever need to be shifted — all operations stay O(1).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shifting 4 elements left after a dequeue, a circular queue simply moves front=(front+1)%SIZE.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50/50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recursion can lead to a Stack Overflow error, using Fibonacci or factorial as an example.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251960"/>
          </a:xfrm>
          <a:prstGeom prst="roundRect">
            <a:avLst>
              <a:gd name="adj" fmla="val 1720"/>
            </a:avLst>
          </a:prstGeom>
          <a:solidFill>
            <a:srgbClr val="EAF7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recursive call adds a new activation record to the call stack, and these records are only removed when the call returns.</a:t>
            </a:r>
            <a:endParaRPr lang="en-US" sz="14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recursion depth is very large (e.g. factorial of a very large n, or Fibonacci without memoization going too deep), the call stack can exceed its memory limit, causing a stack overflow crash.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fact(100000) recursively may exhaust the call stack long before reaching the base case.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&amp; Long Answer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oundRect">
            <a:avLst/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Questions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MCQs with correct answers and short explanations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6C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73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follows which order of operation?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based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follows Last In, First Out (LIFO) order.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array-based stack, what does 'top == -1' indicate?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is full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is empty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has one element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state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top==-1 is the initial/empty condition for an array-based stack.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the push() and pop() operations on a stack?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push and pop only modify the top index, giving constant time O(1).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structure is used to convert an infix expression to postfix?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only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holds operators temporarily based on precedence during infix-to-postfix conversion.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postfix form of the infix expression A+B*C?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+AB*C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ABC*+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AB+C*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A+BC*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A+B*C converts to postfix as ABC*+ (multiply first, then add).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NOT an application of a stack?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 management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parentheses checking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round-robin scheduling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operation in editors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CPU scheduling uses a queue, not a stack.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Recursion?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that never ends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calling itself to solve smaller sub-problems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sorting technique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array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is when a function calls itself to solve smaller instances of the same problem.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stops infinite recursive calls?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case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type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size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 provides a direct, non-recursive answer that halts further recursive calls.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the recursive Fibonacci algorithm (without memoization)?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O(2^n)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D.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Fibonacci recomputes overlapping sub-problems, resulting in exponential time O(2^n).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disks, how many minimum moves does Tower of Hanoi require?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2^n - 1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n^2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recurrence T(n)=2T(n-1)+1 solves to 2^n - 1 total moves.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follows which order of operation?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order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follows First In, First Out (FIFO) order.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array-based queue, insertion is done at the ____ and deletion at the ____.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front, rear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rear, front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top, top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rear, rear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(enqueue) happens at the rear; deletion (dequeue) happens at the front.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limitation of a simple linear (non-circular) array queue?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store integers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front space cannot be reused, wasting memory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implemented in C++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always slower than a stack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rear reaches the last index, a linear queue reports full even if slots at the front are unused.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circular queue, the condition for the queue being full is: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== rear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== SIZE-1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(rear+1)%SIZE == front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== -1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queue is full when the next rear position (wrapped) equals front.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structure allows insertion and deletion at BOTH ends?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Queue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Deque (Double-Ended Queue) supports insertion/deletion at both front and rear.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16/25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Priority Queue, which element is removed first?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inserted element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with highest priority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inserted element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element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 serve elements based on priority, not insertion order.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17/25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real-world scenario best models a Priority Queue?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at a movie ticket counter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treating the most critical patient first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books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conveyor belt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rooms treat patients based on severity (priority), not arrival order.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18/25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stacks are minimally required to implement a Queue using stacks?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stacks are used — one for enqueue and one to reverse order for dequeue.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19/25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 complexity of enqueue() and dequeue() in an array-based queue?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O(n^2)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A.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operations only update front/rear indices and access one cell, giving O(1).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20/25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notation places the operator before its operands?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(Polish) notation places the operator before its operands, e.g. +AB.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21/25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condition indicates Stack Overflow in an array-based stack of size N?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== -1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== N-1 and push is attempted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== 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== N-1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occurs when push is attempted while top is already at the last valid index.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22/25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of recursion has the recursive call as the very last statement in the function?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recursion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recursion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recursion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recursion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A.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recursion places the recursive call as the final action in the function.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23/25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structure underlies the implementation of function calls during recursion?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(call stack)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only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recursive call's activation record is pushed onto the system's call stack.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24/25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Deque, an Input-Restricted Deque allows insertion: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the rear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the front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both ends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A.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input-restricted deque allows insertion only at the rear, but deletion from both ends.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4EE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 25/25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48840" y="292608"/>
            <a:ext cx="9555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application commonly uses a Queue rather than a Stack?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feature in a text editor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779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779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417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parentheses checking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66644"/>
            <a:ext cx="438912" cy="438912"/>
          </a:xfrm>
          <a:prstGeom prst="ellipse">
            <a:avLst/>
          </a:prstGeom>
          <a:solidFill>
            <a:srgbClr val="1E9E5A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 traversal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DAD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86664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666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 recursion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47120" cy="2514600"/>
          </a:xfrm>
          <a:prstGeom prst="roundRect">
            <a:avLst>
              <a:gd name="adj" fmla="val 2909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visits nodes level by level using a queue to maintain FIFO order of exploration.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MCQs with Solutions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Unit 2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Unit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Code Questions  •  50 Short/Long Q&amp;A  •  25 MCQs  —  100 Total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Unit 3 — Linked Lists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105</Slides>
  <Notes>105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0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2026-08-14T04:32:57Z</dcterms:created>
  <dcterms:modified xsi:type="dcterms:W3CDTF">2026-08-14T04:32:57Z</dcterms:modified>
</cp:coreProperties>
</file>